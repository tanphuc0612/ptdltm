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67"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embeddedFontLst>
    <p:embeddedFont>
      <p:font typeface="Impact" panose="020B0806030902050204" pitchFamily="34" charset="0"/>
      <p:regular r:id="rId36"/>
    </p:embeddedFont>
    <p:embeddedFont>
      <p:font typeface="Gill Sans" panose="020B0604020202020204" charset="0"/>
      <p:regular r:id="rId37"/>
      <p:bold r:id="rId38"/>
    </p:embeddedFont>
    <p:embeddedFont>
      <p:font typeface="Roboto" panose="020B0604020202020204" charset="0"/>
      <p:regular r:id="rId39"/>
      <p:bold r:id="rId40"/>
      <p:italic r:id="rId41"/>
      <p:boldItalic r:id="rId42"/>
    </p:embeddedFont>
    <p:embeddedFont>
      <p:font typeface="Calibri" panose="020F0502020204030204"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8972a1a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8972a1a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8972a1a26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8973a2e50e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8973a2e50e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8973a2e50e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8973a2e50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g8973a2e50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8973a2e50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8973a2e50e_2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g8973a2e50e_2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8973a2e50e_2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80b9bd297e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80b9bd297e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g80b9bd297e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80b9bd297e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80b9bd297e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g80b9bd297e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80b9bd297e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80b9bd297e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g80b9bd297e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0b9bd297e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80b9bd297e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80b9bd297e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latin typeface="Times New Roman"/>
                <a:ea typeface="Times New Roman"/>
                <a:cs typeface="Times New Roman"/>
                <a:sym typeface="Times New Roman"/>
              </a:rPr>
              <a:t>Do phải trao đổi dữ liệu giữa 2 máy ở 2 khu vực khác nhau cho nên dễ dàng xảy ra hiện tượng thông tin truyền trên mạng bị lộ.</a:t>
            </a:r>
            <a:endParaRPr/>
          </a:p>
        </p:txBody>
      </p:sp>
      <p:sp>
        <p:nvSpPr>
          <p:cNvPr id="228" name="Google Shape;22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80b9bd297e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80b9bd297e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g80b9bd297e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896ec95b38_1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896ec95b38_1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g896ec95b38_1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896ec95b38_1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896ec95b38_1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896ec95b38_1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80bd93ef6d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80bd93ef6d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80bd93ef6d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80bd93ef6d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g80bd93ef6d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g80bd93ef6d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80bd93ef6d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80bd93ef6d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80bd93ef6d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80bd93ef6d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g80bd93ef6d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g80bd93ef6d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80bd93ef6d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g80bd93ef6d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g80bd93ef6d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80bd93ef6d_0_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g80bd93ef6d_0_1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g80bd93ef6d_0_1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88879a1e3b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g88879a1e3b_1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g88879a1e3b_1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88879a1e3b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g88879a1e3b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g88879a1e3b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88879a1e3b_9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88879a1e3b_9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g88879a1e3b_9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88879a1e3b_15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g88879a1e3b_15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g88879a1e3b_15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88879a1e3b_9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g88879a1e3b_9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88879a1e3b_9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88879a1e3b_15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88879a1e3b_15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g88879a1e3b_15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88879a1e3b_15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g88879a1e3b_15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g88879a1e3b_15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accent1"/>
        </a:solidFill>
        <a:effectLst/>
      </p:bgPr>
    </p:bg>
    <p:spTree>
      <p:nvGrpSpPr>
        <p:cNvPr id="1" name="Shape 17"/>
        <p:cNvGrpSpPr/>
        <p:nvPr/>
      </p:nvGrpSpPr>
      <p:grpSpPr>
        <a:xfrm>
          <a:off x="0" y="0"/>
          <a:ext cx="0" cy="0"/>
          <a:chOff x="0" y="0"/>
          <a:chExt cx="0" cy="0"/>
        </a:xfrm>
      </p:grpSpPr>
      <p:sp>
        <p:nvSpPr>
          <p:cNvPr id="18" name="Google Shape;18;p2" title="scalloped circle"/>
          <p:cNvSpPr/>
          <p:nvPr/>
        </p:nvSpPr>
        <p:spPr>
          <a:xfrm>
            <a:off x="3557016" y="630936"/>
            <a:ext cx="5235575" cy="5229225"/>
          </a:xfrm>
          <a:custGeom>
            <a:avLst/>
            <a:gdLst/>
            <a:ahLst/>
            <a:cxnLst/>
            <a:rect l="l" t="t" r="r" b="b"/>
            <a:pathLst>
              <a:path w="3298" h="3294" extrusionOk="0">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9" name="Google Shape;19;p2"/>
          <p:cNvSpPr txBox="1">
            <a:spLocks noGrp="1"/>
          </p:cNvSpPr>
          <p:nvPr>
            <p:ph type="ctrTitle"/>
          </p:nvPr>
        </p:nvSpPr>
        <p:spPr>
          <a:xfrm>
            <a:off x="1078523" y="1098388"/>
            <a:ext cx="10318500" cy="43950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dk2"/>
              </a:buClr>
              <a:buSzPts val="10000"/>
              <a:buFont typeface="Impact"/>
              <a:buNone/>
              <a:defRPr sz="10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 name="Google Shape;20;p2"/>
          <p:cNvSpPr txBox="1">
            <a:spLocks noGrp="1"/>
          </p:cNvSpPr>
          <p:nvPr>
            <p:ph type="subTitle" idx="1"/>
          </p:nvPr>
        </p:nvSpPr>
        <p:spPr>
          <a:xfrm>
            <a:off x="2215045" y="5979196"/>
            <a:ext cx="8045400" cy="742200"/>
          </a:xfrm>
          <a:prstGeom prst="rect">
            <a:avLst/>
          </a:prstGeom>
          <a:noFill/>
          <a:ln>
            <a:noFill/>
          </a:ln>
        </p:spPr>
        <p:txBody>
          <a:bodyPr spcFirstLastPara="1" wrap="square" lIns="91425" tIns="45700" rIns="91425" bIns="45700" anchor="t" anchorCtr="0">
            <a:noAutofit/>
          </a:bodyPr>
          <a:lstStyle>
            <a:lvl1pPr lvl="0" algn="ctr" rtl="0">
              <a:lnSpc>
                <a:spcPct val="100000"/>
              </a:lnSpc>
              <a:spcBef>
                <a:spcPts val="700"/>
              </a:spcBef>
              <a:spcAft>
                <a:spcPts val="0"/>
              </a:spcAft>
              <a:buSzPts val="2000"/>
              <a:buNone/>
              <a:defRPr sz="2000" b="1" i="0" cap="none">
                <a:solidFill>
                  <a:schemeClr val="dk2"/>
                </a:solidFill>
              </a:defRPr>
            </a:lvl1pPr>
            <a:lvl2pPr lvl="1" algn="ctr" rtl="0">
              <a:lnSpc>
                <a:spcPct val="110000"/>
              </a:lnSpc>
              <a:spcBef>
                <a:spcPts val="700"/>
              </a:spcBef>
              <a:spcAft>
                <a:spcPts val="0"/>
              </a:spcAft>
              <a:buSzPts val="2000"/>
              <a:buNone/>
              <a:defRPr sz="2000"/>
            </a:lvl2pPr>
            <a:lvl3pPr lvl="2" algn="ctr" rtl="0">
              <a:lnSpc>
                <a:spcPct val="110000"/>
              </a:lnSpc>
              <a:spcBef>
                <a:spcPts val="700"/>
              </a:spcBef>
              <a:spcAft>
                <a:spcPts val="0"/>
              </a:spcAft>
              <a:buSzPts val="1800"/>
              <a:buNone/>
              <a:defRPr sz="1800"/>
            </a:lvl3pPr>
            <a:lvl4pPr lvl="3" algn="ctr" rtl="0">
              <a:lnSpc>
                <a:spcPct val="110000"/>
              </a:lnSpc>
              <a:spcBef>
                <a:spcPts val="700"/>
              </a:spcBef>
              <a:spcAft>
                <a:spcPts val="0"/>
              </a:spcAft>
              <a:buSzPts val="1600"/>
              <a:buNone/>
              <a:defRPr sz="1600"/>
            </a:lvl4pPr>
            <a:lvl5pPr lvl="4" algn="ctr" rtl="0">
              <a:lnSpc>
                <a:spcPct val="110000"/>
              </a:lnSpc>
              <a:spcBef>
                <a:spcPts val="700"/>
              </a:spcBef>
              <a:spcAft>
                <a:spcPts val="0"/>
              </a:spcAft>
              <a:buSzPts val="1600"/>
              <a:buNone/>
              <a:defRPr sz="1600"/>
            </a:lvl5pPr>
            <a:lvl6pPr lvl="5" algn="ctr" rtl="0">
              <a:lnSpc>
                <a:spcPct val="110000"/>
              </a:lnSpc>
              <a:spcBef>
                <a:spcPts val="700"/>
              </a:spcBef>
              <a:spcAft>
                <a:spcPts val="0"/>
              </a:spcAft>
              <a:buSzPts val="1600"/>
              <a:buNone/>
              <a:defRPr sz="1600"/>
            </a:lvl6pPr>
            <a:lvl7pPr lvl="6" algn="ctr" rtl="0">
              <a:lnSpc>
                <a:spcPct val="110000"/>
              </a:lnSpc>
              <a:spcBef>
                <a:spcPts val="700"/>
              </a:spcBef>
              <a:spcAft>
                <a:spcPts val="0"/>
              </a:spcAft>
              <a:buSzPts val="1600"/>
              <a:buNone/>
              <a:defRPr sz="1600"/>
            </a:lvl7pPr>
            <a:lvl8pPr lvl="7" algn="ctr" rtl="0">
              <a:lnSpc>
                <a:spcPct val="110000"/>
              </a:lnSpc>
              <a:spcBef>
                <a:spcPts val="700"/>
              </a:spcBef>
              <a:spcAft>
                <a:spcPts val="0"/>
              </a:spcAft>
              <a:buSzPts val="1600"/>
              <a:buNone/>
              <a:defRPr sz="1600"/>
            </a:lvl8pPr>
            <a:lvl9pPr lvl="8" algn="ctr" rtl="0">
              <a:lnSpc>
                <a:spcPct val="110000"/>
              </a:lnSpc>
              <a:spcBef>
                <a:spcPts val="700"/>
              </a:spcBef>
              <a:spcAft>
                <a:spcPts val="0"/>
              </a:spcAft>
              <a:buSzPts val="1600"/>
              <a:buNone/>
              <a:defRPr sz="1600"/>
            </a:lvl9pPr>
          </a:lstStyle>
          <a:p>
            <a:endParaRPr/>
          </a:p>
        </p:txBody>
      </p:sp>
      <p:sp>
        <p:nvSpPr>
          <p:cNvPr id="21" name="Google Shape;21;p2"/>
          <p:cNvSpPr txBox="1">
            <a:spLocks noGrp="1"/>
          </p:cNvSpPr>
          <p:nvPr>
            <p:ph type="dt" idx="10"/>
          </p:nvPr>
        </p:nvSpPr>
        <p:spPr>
          <a:xfrm>
            <a:off x="1078523"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rgbClr val="295736"/>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2"/>
          <p:cNvSpPr txBox="1">
            <a:spLocks noGrp="1"/>
          </p:cNvSpPr>
          <p:nvPr>
            <p:ph type="ftr" idx="11"/>
          </p:nvPr>
        </p:nvSpPr>
        <p:spPr>
          <a:xfrm>
            <a:off x="4180332"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solidFill>
                  <a:srgbClr val="295736"/>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2"/>
          <p:cNvSpPr txBox="1">
            <a:spLocks noGrp="1"/>
          </p:cNvSpPr>
          <p:nvPr>
            <p:ph type="sldNum" idx="12"/>
          </p:nvPr>
        </p:nvSpPr>
        <p:spPr>
          <a:xfrm>
            <a:off x="9067218" y="6375679"/>
            <a:ext cx="23298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
        <p:nvSpPr>
          <p:cNvPr id="24" name="Google Shape;24;p2" title="left edge border"/>
          <p:cNvSpPr/>
          <p:nvPr/>
        </p:nvSpPr>
        <p:spPr>
          <a:xfrm>
            <a:off x="0" y="0"/>
            <a:ext cx="2835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3"/>
          <p:cNvSpPr txBox="1">
            <a:spLocks noGrp="1"/>
          </p:cNvSpPr>
          <p:nvPr>
            <p:ph type="body" idx="1"/>
          </p:nvPr>
        </p:nvSpPr>
        <p:spPr>
          <a:xfrm>
            <a:off x="1251678" y="2286001"/>
            <a:ext cx="10178400" cy="35937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28" name="Google Shape;28;p3"/>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3"/>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3"/>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
        <p:cNvGrpSpPr/>
        <p:nvPr/>
      </p:nvGrpSpPr>
      <p:grpSpPr>
        <a:xfrm>
          <a:off x="0" y="0"/>
          <a:ext cx="0" cy="0"/>
          <a:chOff x="0" y="0"/>
          <a:chExt cx="0" cy="0"/>
        </a:xfrm>
      </p:grpSpPr>
      <p:sp>
        <p:nvSpPr>
          <p:cNvPr id="32" name="Google Shape;32;p4"/>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a:blip r:embed="rId2">
            <a:alphaModFix/>
          </a:blip>
          <a:stretch>
            <a:fillRect/>
          </a:stretch>
        </a:blipFill>
        <a:effectLst/>
      </p:bgPr>
    </p:bg>
    <p:spTree>
      <p:nvGrpSpPr>
        <p:cNvPr id="1" name="Shape 3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Layout">
  <p:cSld name="Section Break Layout">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body" idx="1"/>
          </p:nvPr>
        </p:nvSpPr>
        <p:spPr>
          <a:xfrm>
            <a:off x="5519936" y="3429000"/>
            <a:ext cx="6672000" cy="768000"/>
          </a:xfrm>
          <a:prstGeom prst="rect">
            <a:avLst/>
          </a:prstGeom>
          <a:noFill/>
          <a:ln>
            <a:noFill/>
          </a:ln>
        </p:spPr>
        <p:txBody>
          <a:bodyPr spcFirstLastPara="1" wrap="square" lIns="91425" tIns="45700" rIns="91425" bIns="45700" anchor="ctr" anchorCtr="0">
            <a:noAutofit/>
          </a:bodyPr>
          <a:lstStyle>
            <a:lvl1pPr marL="457200" lvl="0" indent="-228600" algn="l" rtl="0">
              <a:lnSpc>
                <a:spcPct val="110000"/>
              </a:lnSpc>
              <a:spcBef>
                <a:spcPts val="700"/>
              </a:spcBef>
              <a:spcAft>
                <a:spcPts val="0"/>
              </a:spcAft>
              <a:buSzPts val="4800"/>
              <a:buNone/>
              <a:defRPr sz="4800" b="1">
                <a:solidFill>
                  <a:schemeClr val="accent3"/>
                </a:solidFill>
                <a:latin typeface="Impact"/>
                <a:ea typeface="Impact"/>
                <a:cs typeface="Impact"/>
                <a:sym typeface="Impact"/>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38" name="Google Shape;38;p6"/>
          <p:cNvSpPr txBox="1">
            <a:spLocks noGrp="1"/>
          </p:cNvSpPr>
          <p:nvPr>
            <p:ph type="body" idx="2"/>
          </p:nvPr>
        </p:nvSpPr>
        <p:spPr>
          <a:xfrm>
            <a:off x="5519936" y="4197085"/>
            <a:ext cx="6672000" cy="384000"/>
          </a:xfrm>
          <a:prstGeom prst="rect">
            <a:avLst/>
          </a:prstGeom>
          <a:noFill/>
          <a:ln>
            <a:noFill/>
          </a:ln>
        </p:spPr>
        <p:txBody>
          <a:bodyPr spcFirstLastPara="1" wrap="square" lIns="91425" tIns="45700" rIns="91425" bIns="45700" anchor="ctr" anchorCtr="0">
            <a:noAutofit/>
          </a:bodyPr>
          <a:lstStyle>
            <a:lvl1pPr marL="457200" lvl="0" indent="-228600" algn="l" rtl="0">
              <a:lnSpc>
                <a:spcPct val="110000"/>
              </a:lnSpc>
              <a:spcBef>
                <a:spcPts val="700"/>
              </a:spcBef>
              <a:spcAft>
                <a:spcPts val="0"/>
              </a:spcAft>
              <a:buSzPts val="1867"/>
              <a:buNone/>
              <a:defRPr sz="1867" b="0">
                <a:solidFill>
                  <a:schemeClr val="accent3"/>
                </a:solidFill>
                <a:latin typeface="Gill Sans"/>
                <a:ea typeface="Gill Sans"/>
                <a:cs typeface="Gill Sans"/>
                <a:sym typeface="Gill Sans"/>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_Images and Contents Layout">
  <p:cSld name="3_Images and Contents Layout">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7"/>
          <p:cNvSpPr>
            <a:spLocks noGrp="1"/>
          </p:cNvSpPr>
          <p:nvPr>
            <p:ph type="pic" idx="2"/>
          </p:nvPr>
        </p:nvSpPr>
        <p:spPr>
          <a:xfrm>
            <a:off x="394663" y="2148909"/>
            <a:ext cx="3721800" cy="2548200"/>
          </a:xfrm>
          <a:prstGeom prst="rect">
            <a:avLst/>
          </a:prstGeom>
          <a:solidFill>
            <a:srgbClr val="F2F2F2"/>
          </a:solidFill>
          <a:ln>
            <a:noFill/>
          </a:ln>
        </p:spPr>
        <p:txBody>
          <a:bodyPr spcFirstLastPara="1" wrap="square" lIns="91425" tIns="45700" rIns="91425" bIns="45700" anchor="ctr" anchorCtr="0">
            <a:noAutofit/>
          </a:bodyPr>
          <a:lstStyle>
            <a:lvl1pPr marR="0" lvl="0" algn="ctr" rtl="0">
              <a:lnSpc>
                <a:spcPct val="110000"/>
              </a:lnSpc>
              <a:spcBef>
                <a:spcPts val="700"/>
              </a:spcBef>
              <a:spcAft>
                <a:spcPts val="0"/>
              </a:spcAft>
              <a:buClr>
                <a:schemeClr val="dk2"/>
              </a:buClr>
              <a:buSzPts val="1600"/>
              <a:buFont typeface="Arial"/>
              <a:buNone/>
              <a:defRPr sz="1600" b="0" i="0" u="none" strike="noStrike" cap="none">
                <a:solidFill>
                  <a:srgbClr val="3F3F3F"/>
                </a:solidFill>
                <a:latin typeface="Gill Sans"/>
                <a:ea typeface="Gill Sans"/>
                <a:cs typeface="Gill Sans"/>
                <a:sym typeface="Gill Sans"/>
              </a:defRPr>
            </a:lvl1pPr>
            <a:lvl2pPr marR="0" lvl="1" algn="l" rtl="0">
              <a:lnSpc>
                <a:spcPct val="110000"/>
              </a:lnSpc>
              <a:spcBef>
                <a:spcPts val="700"/>
              </a:spcBef>
              <a:spcAft>
                <a:spcPts val="0"/>
              </a:spcAft>
              <a:buClr>
                <a:schemeClr val="dk2"/>
              </a:buClr>
              <a:buSzPts val="3733"/>
              <a:buFont typeface="Gill Sans"/>
              <a:buNone/>
              <a:defRPr sz="3733" b="0" i="0" u="none" strike="noStrike" cap="none">
                <a:solidFill>
                  <a:srgbClr val="595959"/>
                </a:solidFill>
                <a:latin typeface="Gill Sans"/>
                <a:ea typeface="Gill Sans"/>
                <a:cs typeface="Gill Sans"/>
                <a:sym typeface="Gill Sans"/>
              </a:defRPr>
            </a:lvl2pPr>
            <a:lvl3pPr marR="0" lvl="2" algn="l" rtl="0">
              <a:lnSpc>
                <a:spcPct val="110000"/>
              </a:lnSpc>
              <a:spcBef>
                <a:spcPts val="700"/>
              </a:spcBef>
              <a:spcAft>
                <a:spcPts val="0"/>
              </a:spcAft>
              <a:buClr>
                <a:schemeClr val="dk2"/>
              </a:buClr>
              <a:buSzPts val="3200"/>
              <a:buFont typeface="Arial"/>
              <a:buNone/>
              <a:defRPr sz="3200" b="0" i="0" u="none" strike="noStrike" cap="none">
                <a:solidFill>
                  <a:srgbClr val="595959"/>
                </a:solidFill>
                <a:latin typeface="Gill Sans"/>
                <a:ea typeface="Gill Sans"/>
                <a:cs typeface="Gill Sans"/>
                <a:sym typeface="Gill Sans"/>
              </a:defRPr>
            </a:lvl3pPr>
            <a:lvl4pPr marR="0" lvl="3"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4pPr>
            <a:lvl5pPr marR="0" lvl="4"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5pPr>
            <a:lvl6pPr marR="0" lvl="5"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6pPr>
            <a:lvl7pPr marR="0" lvl="6"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7pPr>
            <a:lvl8pPr marR="0" lvl="7"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8pPr>
            <a:lvl9pPr marR="0" lvl="8"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9pPr>
          </a:lstStyle>
          <a:p>
            <a:endParaRPr/>
          </a:p>
        </p:txBody>
      </p:sp>
      <p:sp>
        <p:nvSpPr>
          <p:cNvPr id="41" name="Google Shape;41;p7"/>
          <p:cNvSpPr>
            <a:spLocks noGrp="1"/>
          </p:cNvSpPr>
          <p:nvPr>
            <p:ph type="pic" idx="3"/>
          </p:nvPr>
        </p:nvSpPr>
        <p:spPr>
          <a:xfrm>
            <a:off x="8078560" y="2148909"/>
            <a:ext cx="3721800" cy="2548200"/>
          </a:xfrm>
          <a:prstGeom prst="rect">
            <a:avLst/>
          </a:prstGeom>
          <a:solidFill>
            <a:srgbClr val="F2F2F2"/>
          </a:solidFill>
          <a:ln>
            <a:noFill/>
          </a:ln>
        </p:spPr>
        <p:txBody>
          <a:bodyPr spcFirstLastPara="1" wrap="square" lIns="91425" tIns="45700" rIns="91425" bIns="45700" anchor="ctr" anchorCtr="0">
            <a:noAutofit/>
          </a:bodyPr>
          <a:lstStyle>
            <a:lvl1pPr marR="0" lvl="0" algn="ctr" rtl="0">
              <a:lnSpc>
                <a:spcPct val="110000"/>
              </a:lnSpc>
              <a:spcBef>
                <a:spcPts val="700"/>
              </a:spcBef>
              <a:spcAft>
                <a:spcPts val="0"/>
              </a:spcAft>
              <a:buClr>
                <a:schemeClr val="dk2"/>
              </a:buClr>
              <a:buSzPts val="1600"/>
              <a:buFont typeface="Arial"/>
              <a:buNone/>
              <a:defRPr sz="1600" b="0" i="0" u="none" strike="noStrike" cap="none">
                <a:solidFill>
                  <a:srgbClr val="3F3F3F"/>
                </a:solidFill>
                <a:latin typeface="Gill Sans"/>
                <a:ea typeface="Gill Sans"/>
                <a:cs typeface="Gill Sans"/>
                <a:sym typeface="Gill Sans"/>
              </a:defRPr>
            </a:lvl1pPr>
            <a:lvl2pPr marR="0" lvl="1" algn="l" rtl="0">
              <a:lnSpc>
                <a:spcPct val="110000"/>
              </a:lnSpc>
              <a:spcBef>
                <a:spcPts val="700"/>
              </a:spcBef>
              <a:spcAft>
                <a:spcPts val="0"/>
              </a:spcAft>
              <a:buClr>
                <a:schemeClr val="dk2"/>
              </a:buClr>
              <a:buSzPts val="3733"/>
              <a:buFont typeface="Gill Sans"/>
              <a:buNone/>
              <a:defRPr sz="3733" b="0" i="0" u="none" strike="noStrike" cap="none">
                <a:solidFill>
                  <a:srgbClr val="595959"/>
                </a:solidFill>
                <a:latin typeface="Gill Sans"/>
                <a:ea typeface="Gill Sans"/>
                <a:cs typeface="Gill Sans"/>
                <a:sym typeface="Gill Sans"/>
              </a:defRPr>
            </a:lvl2pPr>
            <a:lvl3pPr marR="0" lvl="2" algn="l" rtl="0">
              <a:lnSpc>
                <a:spcPct val="110000"/>
              </a:lnSpc>
              <a:spcBef>
                <a:spcPts val="700"/>
              </a:spcBef>
              <a:spcAft>
                <a:spcPts val="0"/>
              </a:spcAft>
              <a:buClr>
                <a:schemeClr val="dk2"/>
              </a:buClr>
              <a:buSzPts val="3200"/>
              <a:buFont typeface="Arial"/>
              <a:buNone/>
              <a:defRPr sz="3200" b="0" i="0" u="none" strike="noStrike" cap="none">
                <a:solidFill>
                  <a:srgbClr val="595959"/>
                </a:solidFill>
                <a:latin typeface="Gill Sans"/>
                <a:ea typeface="Gill Sans"/>
                <a:cs typeface="Gill Sans"/>
                <a:sym typeface="Gill Sans"/>
              </a:defRPr>
            </a:lvl3pPr>
            <a:lvl4pPr marR="0" lvl="3"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4pPr>
            <a:lvl5pPr marR="0" lvl="4"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5pPr>
            <a:lvl6pPr marR="0" lvl="5"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6pPr>
            <a:lvl7pPr marR="0" lvl="6"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7pPr>
            <a:lvl8pPr marR="0" lvl="7"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8pPr>
            <a:lvl9pPr marR="0" lvl="8"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9pPr>
          </a:lstStyle>
          <a:p>
            <a:endParaRPr/>
          </a:p>
        </p:txBody>
      </p:sp>
      <p:sp>
        <p:nvSpPr>
          <p:cNvPr id="42" name="Google Shape;42;p7"/>
          <p:cNvSpPr txBox="1">
            <a:spLocks noGrp="1"/>
          </p:cNvSpPr>
          <p:nvPr>
            <p:ph type="body" idx="1"/>
          </p:nvPr>
        </p:nvSpPr>
        <p:spPr>
          <a:xfrm>
            <a:off x="0" y="242176"/>
            <a:ext cx="12192000" cy="7680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10000"/>
              </a:lnSpc>
              <a:spcBef>
                <a:spcPts val="700"/>
              </a:spcBef>
              <a:spcAft>
                <a:spcPts val="0"/>
              </a:spcAft>
              <a:buSzPts val="4800"/>
              <a:buNone/>
              <a:defRPr sz="4800" b="0">
                <a:solidFill>
                  <a:schemeClr val="lt1"/>
                </a:solidFill>
                <a:latin typeface="Impact"/>
                <a:ea typeface="Impact"/>
                <a:cs typeface="Impact"/>
                <a:sym typeface="Impact"/>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43" name="Google Shape;43;p7"/>
          <p:cNvSpPr txBox="1">
            <a:spLocks noGrp="1"/>
          </p:cNvSpPr>
          <p:nvPr>
            <p:ph type="body" idx="4"/>
          </p:nvPr>
        </p:nvSpPr>
        <p:spPr>
          <a:xfrm>
            <a:off x="0" y="1010261"/>
            <a:ext cx="12192000" cy="3840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10000"/>
              </a:lnSpc>
              <a:spcBef>
                <a:spcPts val="700"/>
              </a:spcBef>
              <a:spcAft>
                <a:spcPts val="0"/>
              </a:spcAft>
              <a:buSzPts val="1867"/>
              <a:buNone/>
              <a:defRPr sz="1867" b="0">
                <a:solidFill>
                  <a:schemeClr val="lt1"/>
                </a:solidFill>
                <a:latin typeface="Gill Sans"/>
                <a:ea typeface="Gill Sans"/>
                <a:cs typeface="Gill Sans"/>
                <a:sym typeface="Gill Sans"/>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pic>
        <p:nvPicPr>
          <p:cNvPr id="44" name="Google Shape;44;p7" descr="D:\Fullppt\005-PNG이미지\모니터.png"/>
          <p:cNvPicPr preferRelativeResize="0"/>
          <p:nvPr/>
        </p:nvPicPr>
        <p:blipFill rotWithShape="1">
          <a:blip r:embed="rId3">
            <a:alphaModFix/>
          </a:blip>
          <a:srcRect/>
          <a:stretch/>
        </p:blipFill>
        <p:spPr>
          <a:xfrm>
            <a:off x="4072384" y="1985895"/>
            <a:ext cx="4047233" cy="4035391"/>
          </a:xfrm>
          <a:prstGeom prst="rect">
            <a:avLst/>
          </a:prstGeom>
          <a:noFill/>
          <a:ln>
            <a:noFill/>
          </a:ln>
        </p:spPr>
      </p:pic>
      <p:sp>
        <p:nvSpPr>
          <p:cNvPr id="45" name="Google Shape;45;p7"/>
          <p:cNvSpPr>
            <a:spLocks noGrp="1"/>
          </p:cNvSpPr>
          <p:nvPr>
            <p:ph type="pic" idx="5"/>
          </p:nvPr>
        </p:nvSpPr>
        <p:spPr>
          <a:xfrm>
            <a:off x="4215408" y="2138307"/>
            <a:ext cx="3725400" cy="2548200"/>
          </a:xfrm>
          <a:prstGeom prst="rect">
            <a:avLst/>
          </a:prstGeom>
          <a:solidFill>
            <a:srgbClr val="F2F2F2"/>
          </a:solidFill>
          <a:ln>
            <a:noFill/>
          </a:ln>
        </p:spPr>
        <p:txBody>
          <a:bodyPr spcFirstLastPara="1" wrap="square" lIns="91425" tIns="45700" rIns="91425" bIns="45700" anchor="ctr" anchorCtr="0">
            <a:noAutofit/>
          </a:bodyPr>
          <a:lstStyle>
            <a:lvl1pPr marR="0" lvl="0" algn="ctr" rtl="0">
              <a:lnSpc>
                <a:spcPct val="110000"/>
              </a:lnSpc>
              <a:spcBef>
                <a:spcPts val="700"/>
              </a:spcBef>
              <a:spcAft>
                <a:spcPts val="0"/>
              </a:spcAft>
              <a:buClr>
                <a:schemeClr val="dk2"/>
              </a:buClr>
              <a:buSzPts val="1600"/>
              <a:buFont typeface="Arial"/>
              <a:buNone/>
              <a:defRPr sz="1600" b="0" i="0" u="none" strike="noStrike" cap="none">
                <a:solidFill>
                  <a:srgbClr val="3F3F3F"/>
                </a:solidFill>
                <a:latin typeface="Gill Sans"/>
                <a:ea typeface="Gill Sans"/>
                <a:cs typeface="Gill Sans"/>
                <a:sym typeface="Gill Sans"/>
              </a:defRPr>
            </a:lvl1pPr>
            <a:lvl2pPr marR="0" lvl="1" algn="l" rtl="0">
              <a:lnSpc>
                <a:spcPct val="110000"/>
              </a:lnSpc>
              <a:spcBef>
                <a:spcPts val="700"/>
              </a:spcBef>
              <a:spcAft>
                <a:spcPts val="0"/>
              </a:spcAft>
              <a:buClr>
                <a:schemeClr val="dk2"/>
              </a:buClr>
              <a:buSzPts val="3733"/>
              <a:buFont typeface="Gill Sans"/>
              <a:buNone/>
              <a:defRPr sz="3733" b="0" i="0" u="none" strike="noStrike" cap="none">
                <a:solidFill>
                  <a:srgbClr val="595959"/>
                </a:solidFill>
                <a:latin typeface="Gill Sans"/>
                <a:ea typeface="Gill Sans"/>
                <a:cs typeface="Gill Sans"/>
                <a:sym typeface="Gill Sans"/>
              </a:defRPr>
            </a:lvl2pPr>
            <a:lvl3pPr marR="0" lvl="2" algn="l" rtl="0">
              <a:lnSpc>
                <a:spcPct val="110000"/>
              </a:lnSpc>
              <a:spcBef>
                <a:spcPts val="700"/>
              </a:spcBef>
              <a:spcAft>
                <a:spcPts val="0"/>
              </a:spcAft>
              <a:buClr>
                <a:schemeClr val="dk2"/>
              </a:buClr>
              <a:buSzPts val="3200"/>
              <a:buFont typeface="Arial"/>
              <a:buNone/>
              <a:defRPr sz="3200" b="0" i="0" u="none" strike="noStrike" cap="none">
                <a:solidFill>
                  <a:srgbClr val="595959"/>
                </a:solidFill>
                <a:latin typeface="Gill Sans"/>
                <a:ea typeface="Gill Sans"/>
                <a:cs typeface="Gill Sans"/>
                <a:sym typeface="Gill Sans"/>
              </a:defRPr>
            </a:lvl3pPr>
            <a:lvl4pPr marR="0" lvl="3"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4pPr>
            <a:lvl5pPr marR="0" lvl="4"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5pPr>
            <a:lvl6pPr marR="0" lvl="5"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6pPr>
            <a:lvl7pPr marR="0" lvl="6"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7pPr>
            <a:lvl8pPr marR="0" lvl="7" algn="l" rtl="0">
              <a:lnSpc>
                <a:spcPct val="110000"/>
              </a:lnSpc>
              <a:spcBef>
                <a:spcPts val="700"/>
              </a:spcBef>
              <a:spcAft>
                <a:spcPts val="0"/>
              </a:spcAft>
              <a:buClr>
                <a:schemeClr val="dk2"/>
              </a:buClr>
              <a:buSzPts val="2667"/>
              <a:buFont typeface="Gill Sans"/>
              <a:buNone/>
              <a:defRPr sz="2667" b="0" i="0" u="none" strike="noStrike" cap="none">
                <a:solidFill>
                  <a:srgbClr val="595959"/>
                </a:solidFill>
                <a:latin typeface="Gill Sans"/>
                <a:ea typeface="Gill Sans"/>
                <a:cs typeface="Gill Sans"/>
                <a:sym typeface="Gill Sans"/>
              </a:defRPr>
            </a:lvl8pPr>
            <a:lvl9pPr marR="0" lvl="8" algn="l" rtl="0">
              <a:lnSpc>
                <a:spcPct val="110000"/>
              </a:lnSpc>
              <a:spcBef>
                <a:spcPts val="700"/>
              </a:spcBef>
              <a:spcAft>
                <a:spcPts val="0"/>
              </a:spcAft>
              <a:buClr>
                <a:schemeClr val="dk2"/>
              </a:buClr>
              <a:buSzPts val="2667"/>
              <a:buFont typeface="Arial"/>
              <a:buNone/>
              <a:defRPr sz="2667" b="0" i="0" u="none" strike="noStrike" cap="none">
                <a:solidFill>
                  <a:srgbClr val="595959"/>
                </a:solidFill>
                <a:latin typeface="Gill Sans"/>
                <a:ea typeface="Gill Sans"/>
                <a:cs typeface="Gill Sans"/>
                <a:sym typeface="Gill San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Basic Layout">
  <p:cSld name="2_Basic Layout">
    <p:bg>
      <p:bgPr>
        <a:blipFill>
          <a:blip r:embed="rId2">
            <a:alphaModFix/>
          </a:blip>
          <a:stretch>
            <a:fillRect/>
          </a:stretch>
        </a:blipFill>
        <a:effectLst/>
      </p:bgPr>
    </p:bg>
    <p:spTree>
      <p:nvGrpSpPr>
        <p:cNvPr id="1" name="Shape 46"/>
        <p:cNvGrpSpPr/>
        <p:nvPr/>
      </p:nvGrpSpPr>
      <p:grpSpPr>
        <a:xfrm>
          <a:off x="0" y="0"/>
          <a:ext cx="0" cy="0"/>
          <a:chOff x="0" y="0"/>
          <a:chExt cx="0" cy="0"/>
        </a:xfrm>
      </p:grpSpPr>
      <p:sp>
        <p:nvSpPr>
          <p:cNvPr id="47" name="Google Shape;47;p8"/>
          <p:cNvSpPr txBox="1">
            <a:spLocks noGrp="1"/>
          </p:cNvSpPr>
          <p:nvPr>
            <p:ph type="body" idx="1"/>
          </p:nvPr>
        </p:nvSpPr>
        <p:spPr>
          <a:xfrm>
            <a:off x="0" y="164638"/>
            <a:ext cx="12192000" cy="7680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10000"/>
              </a:lnSpc>
              <a:spcBef>
                <a:spcPts val="700"/>
              </a:spcBef>
              <a:spcAft>
                <a:spcPts val="0"/>
              </a:spcAft>
              <a:buSzPts val="4800"/>
              <a:buNone/>
              <a:defRPr sz="4800" b="0">
                <a:solidFill>
                  <a:schemeClr val="accent3"/>
                </a:solidFill>
                <a:latin typeface="Impact"/>
                <a:ea typeface="Impact"/>
                <a:cs typeface="Impact"/>
                <a:sym typeface="Impact"/>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48" name="Google Shape;48;p8"/>
          <p:cNvSpPr txBox="1">
            <a:spLocks noGrp="1"/>
          </p:cNvSpPr>
          <p:nvPr>
            <p:ph type="body" idx="2"/>
          </p:nvPr>
        </p:nvSpPr>
        <p:spPr>
          <a:xfrm>
            <a:off x="0" y="932723"/>
            <a:ext cx="12192000" cy="3840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10000"/>
              </a:lnSpc>
              <a:spcBef>
                <a:spcPts val="700"/>
              </a:spcBef>
              <a:spcAft>
                <a:spcPts val="0"/>
              </a:spcAft>
              <a:buSzPts val="1867"/>
              <a:buNone/>
              <a:defRPr sz="1867" b="0">
                <a:solidFill>
                  <a:schemeClr val="accent3"/>
                </a:solidFill>
                <a:latin typeface="Gill Sans"/>
                <a:ea typeface="Gill Sans"/>
                <a:cs typeface="Gill Sans"/>
                <a:sym typeface="Gill Sans"/>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Basic Layout">
  <p:cSld name="1_Basic Layout">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9"/>
          <p:cNvSpPr txBox="1">
            <a:spLocks noGrp="1"/>
          </p:cNvSpPr>
          <p:nvPr>
            <p:ph type="body" idx="1"/>
          </p:nvPr>
        </p:nvSpPr>
        <p:spPr>
          <a:xfrm>
            <a:off x="2351584" y="164638"/>
            <a:ext cx="9840300" cy="768000"/>
          </a:xfrm>
          <a:prstGeom prst="rect">
            <a:avLst/>
          </a:prstGeom>
          <a:noFill/>
          <a:ln>
            <a:noFill/>
          </a:ln>
        </p:spPr>
        <p:txBody>
          <a:bodyPr spcFirstLastPara="1" wrap="square" lIns="91425" tIns="45700" rIns="91425" bIns="45700" anchor="ctr" anchorCtr="0">
            <a:noAutofit/>
          </a:bodyPr>
          <a:lstStyle>
            <a:lvl1pPr marL="457200" lvl="0" indent="-228600" algn="l" rtl="0">
              <a:lnSpc>
                <a:spcPct val="110000"/>
              </a:lnSpc>
              <a:spcBef>
                <a:spcPts val="700"/>
              </a:spcBef>
              <a:spcAft>
                <a:spcPts val="0"/>
              </a:spcAft>
              <a:buSzPts val="4800"/>
              <a:buNone/>
              <a:defRPr sz="4800" b="0">
                <a:solidFill>
                  <a:schemeClr val="accent3"/>
                </a:solidFill>
                <a:latin typeface="Impact"/>
                <a:ea typeface="Impact"/>
                <a:cs typeface="Impact"/>
                <a:sym typeface="Impact"/>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51" name="Google Shape;51;p9"/>
          <p:cNvSpPr txBox="1">
            <a:spLocks noGrp="1"/>
          </p:cNvSpPr>
          <p:nvPr>
            <p:ph type="body" idx="2"/>
          </p:nvPr>
        </p:nvSpPr>
        <p:spPr>
          <a:xfrm>
            <a:off x="2351584" y="932723"/>
            <a:ext cx="9840300" cy="384000"/>
          </a:xfrm>
          <a:prstGeom prst="rect">
            <a:avLst/>
          </a:prstGeom>
          <a:noFill/>
          <a:ln>
            <a:noFill/>
          </a:ln>
        </p:spPr>
        <p:txBody>
          <a:bodyPr spcFirstLastPara="1" wrap="square" lIns="91425" tIns="45700" rIns="91425" bIns="45700" anchor="ctr" anchorCtr="0">
            <a:noAutofit/>
          </a:bodyPr>
          <a:lstStyle>
            <a:lvl1pPr marL="457200" lvl="0" indent="-228600" algn="l" rtl="0">
              <a:lnSpc>
                <a:spcPct val="110000"/>
              </a:lnSpc>
              <a:spcBef>
                <a:spcPts val="700"/>
              </a:spcBef>
              <a:spcAft>
                <a:spcPts val="0"/>
              </a:spcAft>
              <a:buSzPts val="1867"/>
              <a:buNone/>
              <a:defRPr sz="1867" b="0">
                <a:solidFill>
                  <a:schemeClr val="accent3"/>
                </a:solidFill>
                <a:latin typeface="Gill Sans"/>
                <a:ea typeface="Gill Sans"/>
                <a:cs typeface="Gill Sans"/>
                <a:sym typeface="Gill Sans"/>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d Slide Layout">
  <p:cSld name="End Slide Layout">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0" y="2832617"/>
            <a:ext cx="12192000" cy="7680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10000"/>
              </a:lnSpc>
              <a:spcBef>
                <a:spcPts val="700"/>
              </a:spcBef>
              <a:spcAft>
                <a:spcPts val="0"/>
              </a:spcAft>
              <a:buSzPts val="4800"/>
              <a:buNone/>
              <a:defRPr sz="4800" b="0">
                <a:solidFill>
                  <a:schemeClr val="lt1"/>
                </a:solidFill>
                <a:latin typeface="Impact"/>
                <a:ea typeface="Impact"/>
                <a:cs typeface="Impact"/>
                <a:sym typeface="Impact"/>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54" name="Google Shape;54;p10"/>
          <p:cNvSpPr txBox="1">
            <a:spLocks noGrp="1"/>
          </p:cNvSpPr>
          <p:nvPr>
            <p:ph type="body" idx="2"/>
          </p:nvPr>
        </p:nvSpPr>
        <p:spPr>
          <a:xfrm>
            <a:off x="-197" y="3600701"/>
            <a:ext cx="12192000" cy="3840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10000"/>
              </a:lnSpc>
              <a:spcBef>
                <a:spcPts val="700"/>
              </a:spcBef>
              <a:spcAft>
                <a:spcPts val="0"/>
              </a:spcAft>
              <a:buSzPts val="1867"/>
              <a:buNone/>
              <a:defRPr sz="1867" b="0">
                <a:solidFill>
                  <a:schemeClr val="lt1"/>
                </a:solidFill>
                <a:latin typeface="Gill Sans"/>
                <a:ea typeface="Gill Sans"/>
                <a:cs typeface="Gill Sans"/>
                <a:sym typeface="Gill Sans"/>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55"/>
        <p:cNvGrpSpPr/>
        <p:nvPr/>
      </p:nvGrpSpPr>
      <p:grpSpPr>
        <a:xfrm>
          <a:off x="0" y="0"/>
          <a:ext cx="0" cy="0"/>
          <a:chOff x="0" y="0"/>
          <a:chExt cx="0" cy="0"/>
        </a:xfrm>
      </p:grpSpPr>
      <p:sp>
        <p:nvSpPr>
          <p:cNvPr id="56" name="Google Shape;56;p11"/>
          <p:cNvSpPr txBox="1">
            <a:spLocks noGrp="1"/>
          </p:cNvSpPr>
          <p:nvPr>
            <p:ph type="title"/>
          </p:nvPr>
        </p:nvSpPr>
        <p:spPr>
          <a:xfrm>
            <a:off x="3242929" y="1073888"/>
            <a:ext cx="8187000" cy="4064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lt2"/>
              </a:buClr>
              <a:buSzPts val="8400"/>
              <a:buFont typeface="Impact"/>
              <a:buNone/>
              <a:defRPr sz="8400">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 name="Google Shape;57;p11"/>
          <p:cNvSpPr txBox="1">
            <a:spLocks noGrp="1"/>
          </p:cNvSpPr>
          <p:nvPr>
            <p:ph type="body" idx="1"/>
          </p:nvPr>
        </p:nvSpPr>
        <p:spPr>
          <a:xfrm>
            <a:off x="3242930" y="5159781"/>
            <a:ext cx="7017600" cy="951000"/>
          </a:xfrm>
          <a:prstGeom prst="rect">
            <a:avLst/>
          </a:prstGeom>
          <a:noFill/>
          <a:ln>
            <a:noFill/>
          </a:ln>
        </p:spPr>
        <p:txBody>
          <a:bodyPr spcFirstLastPara="1" wrap="square" lIns="91425" tIns="45700" rIns="91425" bIns="45700" anchor="t" anchorCtr="0">
            <a:noAutofit/>
          </a:bodyPr>
          <a:lstStyle>
            <a:lvl1pPr marL="457200" lvl="0" indent="-228600" algn="l" rtl="0">
              <a:lnSpc>
                <a:spcPct val="100000"/>
              </a:lnSpc>
              <a:spcBef>
                <a:spcPts val="700"/>
              </a:spcBef>
              <a:spcAft>
                <a:spcPts val="0"/>
              </a:spcAft>
              <a:buSzPts val="2000"/>
              <a:buNone/>
              <a:defRPr sz="2000" b="1" i="0" cap="none">
                <a:solidFill>
                  <a:schemeClr val="accent1"/>
                </a:solidFill>
              </a:defRPr>
            </a:lvl1pPr>
            <a:lvl2pPr marL="914400" lvl="1" indent="-228600" algn="l" rtl="0">
              <a:lnSpc>
                <a:spcPct val="110000"/>
              </a:lnSpc>
              <a:spcBef>
                <a:spcPts val="700"/>
              </a:spcBef>
              <a:spcAft>
                <a:spcPts val="0"/>
              </a:spcAft>
              <a:buSzPts val="2000"/>
              <a:buNone/>
              <a:defRPr sz="2000">
                <a:solidFill>
                  <a:schemeClr val="lt1"/>
                </a:solidFill>
              </a:defRPr>
            </a:lvl2pPr>
            <a:lvl3pPr marL="1371600" lvl="2" indent="-228600" algn="l" rtl="0">
              <a:lnSpc>
                <a:spcPct val="110000"/>
              </a:lnSpc>
              <a:spcBef>
                <a:spcPts val="700"/>
              </a:spcBef>
              <a:spcAft>
                <a:spcPts val="0"/>
              </a:spcAft>
              <a:buSzPts val="1800"/>
              <a:buNone/>
              <a:defRPr sz="1800">
                <a:solidFill>
                  <a:schemeClr val="lt1"/>
                </a:solidFill>
              </a:defRPr>
            </a:lvl3pPr>
            <a:lvl4pPr marL="1828800" lvl="3" indent="-228600" algn="l" rtl="0">
              <a:lnSpc>
                <a:spcPct val="110000"/>
              </a:lnSpc>
              <a:spcBef>
                <a:spcPts val="700"/>
              </a:spcBef>
              <a:spcAft>
                <a:spcPts val="0"/>
              </a:spcAft>
              <a:buSzPts val="1600"/>
              <a:buNone/>
              <a:defRPr sz="1600">
                <a:solidFill>
                  <a:schemeClr val="lt1"/>
                </a:solidFill>
              </a:defRPr>
            </a:lvl4pPr>
            <a:lvl5pPr marL="2286000" lvl="4" indent="-228600" algn="l" rtl="0">
              <a:lnSpc>
                <a:spcPct val="110000"/>
              </a:lnSpc>
              <a:spcBef>
                <a:spcPts val="700"/>
              </a:spcBef>
              <a:spcAft>
                <a:spcPts val="0"/>
              </a:spcAft>
              <a:buSzPts val="1600"/>
              <a:buNone/>
              <a:defRPr sz="1600">
                <a:solidFill>
                  <a:schemeClr val="lt1"/>
                </a:solidFill>
              </a:defRPr>
            </a:lvl5pPr>
            <a:lvl6pPr marL="2743200" lvl="5" indent="-228600" algn="l" rtl="0">
              <a:lnSpc>
                <a:spcPct val="110000"/>
              </a:lnSpc>
              <a:spcBef>
                <a:spcPts val="700"/>
              </a:spcBef>
              <a:spcAft>
                <a:spcPts val="0"/>
              </a:spcAft>
              <a:buSzPts val="1600"/>
              <a:buNone/>
              <a:defRPr sz="1600">
                <a:solidFill>
                  <a:schemeClr val="lt1"/>
                </a:solidFill>
              </a:defRPr>
            </a:lvl6pPr>
            <a:lvl7pPr marL="3200400" lvl="6" indent="-228600" algn="l" rtl="0">
              <a:lnSpc>
                <a:spcPct val="110000"/>
              </a:lnSpc>
              <a:spcBef>
                <a:spcPts val="700"/>
              </a:spcBef>
              <a:spcAft>
                <a:spcPts val="0"/>
              </a:spcAft>
              <a:buSzPts val="1600"/>
              <a:buNone/>
              <a:defRPr sz="1600">
                <a:solidFill>
                  <a:schemeClr val="lt1"/>
                </a:solidFill>
              </a:defRPr>
            </a:lvl7pPr>
            <a:lvl8pPr marL="3657600" lvl="7" indent="-228600" algn="l" rtl="0">
              <a:lnSpc>
                <a:spcPct val="110000"/>
              </a:lnSpc>
              <a:spcBef>
                <a:spcPts val="700"/>
              </a:spcBef>
              <a:spcAft>
                <a:spcPts val="0"/>
              </a:spcAft>
              <a:buSzPts val="1600"/>
              <a:buNone/>
              <a:defRPr sz="1600">
                <a:solidFill>
                  <a:schemeClr val="lt1"/>
                </a:solidFill>
              </a:defRPr>
            </a:lvl8pPr>
            <a:lvl9pPr marL="4114800" lvl="8" indent="-228600" algn="l" rtl="0">
              <a:lnSpc>
                <a:spcPct val="110000"/>
              </a:lnSpc>
              <a:spcBef>
                <a:spcPts val="700"/>
              </a:spcBef>
              <a:spcAft>
                <a:spcPts val="0"/>
              </a:spcAft>
              <a:buSzPts val="1600"/>
              <a:buNone/>
              <a:defRPr sz="1600">
                <a:solidFill>
                  <a:schemeClr val="lt1"/>
                </a:solidFill>
              </a:defRPr>
            </a:lvl9pPr>
          </a:lstStyle>
          <a:p>
            <a:endParaRPr/>
          </a:p>
        </p:txBody>
      </p:sp>
      <p:sp>
        <p:nvSpPr>
          <p:cNvPr id="58" name="Google Shape;58;p11"/>
          <p:cNvSpPr txBox="1">
            <a:spLocks noGrp="1"/>
          </p:cNvSpPr>
          <p:nvPr>
            <p:ph type="dt" idx="10"/>
          </p:nvPr>
        </p:nvSpPr>
        <p:spPr>
          <a:xfrm>
            <a:off x="3236546" y="6375679"/>
            <a:ext cx="14940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11"/>
          <p:cNvSpPr txBox="1">
            <a:spLocks noGrp="1"/>
          </p:cNvSpPr>
          <p:nvPr>
            <p:ph type="ftr" idx="11"/>
          </p:nvPr>
        </p:nvSpPr>
        <p:spPr>
          <a:xfrm>
            <a:off x="5279064"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11"/>
          <p:cNvSpPr txBox="1">
            <a:spLocks noGrp="1"/>
          </p:cNvSpPr>
          <p:nvPr>
            <p:ph type="sldNum" idx="12"/>
          </p:nvPr>
        </p:nvSpPr>
        <p:spPr>
          <a:xfrm>
            <a:off x="9942434" y="6375679"/>
            <a:ext cx="14877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grpSp>
        <p:nvGrpSpPr>
          <p:cNvPr id="61" name="Google Shape;61;p11" title="left scallop shape"/>
          <p:cNvGrpSpPr/>
          <p:nvPr/>
        </p:nvGrpSpPr>
        <p:grpSpPr>
          <a:xfrm>
            <a:off x="0" y="0"/>
            <a:ext cx="2814638" cy="6858000"/>
            <a:chOff x="0" y="0"/>
            <a:chExt cx="2814638" cy="6858000"/>
          </a:xfrm>
        </p:grpSpPr>
        <p:sp>
          <p:nvSpPr>
            <p:cNvPr id="62" name="Google Shape;62;p11" title="left scallop shape"/>
            <p:cNvSpPr/>
            <p:nvPr/>
          </p:nvSpPr>
          <p:spPr>
            <a:xfrm>
              <a:off x="0" y="0"/>
              <a:ext cx="2814638" cy="6858000"/>
            </a:xfrm>
            <a:custGeom>
              <a:avLst/>
              <a:gdLst/>
              <a:ahLst/>
              <a:cxnLst/>
              <a:rect l="l" t="t" r="r" b="b"/>
              <a:pathLst>
                <a:path w="1773" h="4320" extrusionOk="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63" name="Google Shape;63;p11" title="left scallop inline"/>
            <p:cNvSpPr/>
            <p:nvPr/>
          </p:nvSpPr>
          <p:spPr>
            <a:xfrm>
              <a:off x="874382" y="0"/>
              <a:ext cx="1646238" cy="6858000"/>
            </a:xfrm>
            <a:custGeom>
              <a:avLst/>
              <a:gdLst/>
              <a:ahLst/>
              <a:cxnLst/>
              <a:rect l="l" t="t" r="r" b="b"/>
              <a:pathLst>
                <a:path w="1037" h="4320" extrusionOk="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2"/>
          <p:cNvSpPr txBox="1">
            <a:spLocks noGrp="1"/>
          </p:cNvSpPr>
          <p:nvPr>
            <p:ph type="body" idx="1"/>
          </p:nvPr>
        </p:nvSpPr>
        <p:spPr>
          <a:xfrm>
            <a:off x="1257300" y="2286000"/>
            <a:ext cx="4800600" cy="36195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67" name="Google Shape;67;p12"/>
          <p:cNvSpPr txBox="1">
            <a:spLocks noGrp="1"/>
          </p:cNvSpPr>
          <p:nvPr>
            <p:ph type="body" idx="2"/>
          </p:nvPr>
        </p:nvSpPr>
        <p:spPr>
          <a:xfrm>
            <a:off x="6647796" y="2286000"/>
            <a:ext cx="4800600" cy="36195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68" name="Google Shape;68;p12"/>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2"/>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2"/>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1252728" y="381000"/>
            <a:ext cx="10172700" cy="14934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3"/>
          <p:cNvSpPr txBox="1">
            <a:spLocks noGrp="1"/>
          </p:cNvSpPr>
          <p:nvPr>
            <p:ph type="body" idx="1"/>
          </p:nvPr>
        </p:nvSpPr>
        <p:spPr>
          <a:xfrm>
            <a:off x="1251678" y="2199633"/>
            <a:ext cx="4800600" cy="632400"/>
          </a:xfrm>
          <a:prstGeom prst="rect">
            <a:avLst/>
          </a:prstGeom>
          <a:noFill/>
          <a:ln>
            <a:noFill/>
          </a:ln>
        </p:spPr>
        <p:txBody>
          <a:bodyPr spcFirstLastPara="1" wrap="square" lIns="91425" tIns="45700" rIns="91425" bIns="45700" anchor="b" anchorCtr="0">
            <a:noAutofit/>
          </a:bodyPr>
          <a:lstStyle>
            <a:lvl1pPr marL="457200" lvl="0" indent="-228600" algn="l" rtl="0">
              <a:lnSpc>
                <a:spcPct val="100000"/>
              </a:lnSpc>
              <a:spcBef>
                <a:spcPts val="700"/>
              </a:spcBef>
              <a:spcAft>
                <a:spcPts val="0"/>
              </a:spcAft>
              <a:buSzPts val="1900"/>
              <a:buNone/>
              <a:defRPr sz="1900" b="1" cap="none">
                <a:solidFill>
                  <a:schemeClr val="dk2"/>
                </a:solidFill>
              </a:defRPr>
            </a:lvl1pPr>
            <a:lvl2pPr marL="914400" lvl="1" indent="-228600" algn="l" rtl="0">
              <a:lnSpc>
                <a:spcPct val="110000"/>
              </a:lnSpc>
              <a:spcBef>
                <a:spcPts val="700"/>
              </a:spcBef>
              <a:spcAft>
                <a:spcPts val="0"/>
              </a:spcAft>
              <a:buSzPts val="1900"/>
              <a:buNone/>
              <a:defRPr sz="1900" b="1"/>
            </a:lvl2pPr>
            <a:lvl3pPr marL="1371600" lvl="2" indent="-228600" algn="l" rtl="0">
              <a:lnSpc>
                <a:spcPct val="110000"/>
              </a:lnSpc>
              <a:spcBef>
                <a:spcPts val="700"/>
              </a:spcBef>
              <a:spcAft>
                <a:spcPts val="0"/>
              </a:spcAft>
              <a:buSzPts val="1800"/>
              <a:buNone/>
              <a:defRPr sz="1800" b="1"/>
            </a:lvl3pPr>
            <a:lvl4pPr marL="1828800" lvl="3" indent="-228600" algn="l" rtl="0">
              <a:lnSpc>
                <a:spcPct val="110000"/>
              </a:lnSpc>
              <a:spcBef>
                <a:spcPts val="700"/>
              </a:spcBef>
              <a:spcAft>
                <a:spcPts val="0"/>
              </a:spcAft>
              <a:buSzPts val="1600"/>
              <a:buNone/>
              <a:defRPr sz="1600" b="1"/>
            </a:lvl4pPr>
            <a:lvl5pPr marL="2286000" lvl="4" indent="-228600" algn="l" rtl="0">
              <a:lnSpc>
                <a:spcPct val="110000"/>
              </a:lnSpc>
              <a:spcBef>
                <a:spcPts val="700"/>
              </a:spcBef>
              <a:spcAft>
                <a:spcPts val="0"/>
              </a:spcAft>
              <a:buSzPts val="1600"/>
              <a:buNone/>
              <a:defRPr sz="1600" b="1"/>
            </a:lvl5pPr>
            <a:lvl6pPr marL="2743200" lvl="5" indent="-228600" algn="l" rtl="0">
              <a:lnSpc>
                <a:spcPct val="110000"/>
              </a:lnSpc>
              <a:spcBef>
                <a:spcPts val="700"/>
              </a:spcBef>
              <a:spcAft>
                <a:spcPts val="0"/>
              </a:spcAft>
              <a:buSzPts val="1600"/>
              <a:buNone/>
              <a:defRPr sz="1600" b="1"/>
            </a:lvl6pPr>
            <a:lvl7pPr marL="3200400" lvl="6" indent="-228600" algn="l" rtl="0">
              <a:lnSpc>
                <a:spcPct val="110000"/>
              </a:lnSpc>
              <a:spcBef>
                <a:spcPts val="700"/>
              </a:spcBef>
              <a:spcAft>
                <a:spcPts val="0"/>
              </a:spcAft>
              <a:buSzPts val="1600"/>
              <a:buNone/>
              <a:defRPr sz="1600" b="1"/>
            </a:lvl7pPr>
            <a:lvl8pPr marL="3657600" lvl="7" indent="-228600" algn="l" rtl="0">
              <a:lnSpc>
                <a:spcPct val="110000"/>
              </a:lnSpc>
              <a:spcBef>
                <a:spcPts val="700"/>
              </a:spcBef>
              <a:spcAft>
                <a:spcPts val="0"/>
              </a:spcAft>
              <a:buSzPts val="1600"/>
              <a:buNone/>
              <a:defRPr sz="1600" b="1"/>
            </a:lvl8pPr>
            <a:lvl9pPr marL="4114800" lvl="8" indent="-228600" algn="l" rtl="0">
              <a:lnSpc>
                <a:spcPct val="110000"/>
              </a:lnSpc>
              <a:spcBef>
                <a:spcPts val="700"/>
              </a:spcBef>
              <a:spcAft>
                <a:spcPts val="0"/>
              </a:spcAft>
              <a:buSzPts val="1600"/>
              <a:buNone/>
              <a:defRPr sz="1600" b="1"/>
            </a:lvl9pPr>
          </a:lstStyle>
          <a:p>
            <a:endParaRPr/>
          </a:p>
        </p:txBody>
      </p:sp>
      <p:sp>
        <p:nvSpPr>
          <p:cNvPr id="74" name="Google Shape;74;p13"/>
          <p:cNvSpPr txBox="1">
            <a:spLocks noGrp="1"/>
          </p:cNvSpPr>
          <p:nvPr>
            <p:ph type="body" idx="2"/>
          </p:nvPr>
        </p:nvSpPr>
        <p:spPr>
          <a:xfrm>
            <a:off x="1257300" y="2909102"/>
            <a:ext cx="4800600" cy="29964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75" name="Google Shape;75;p13"/>
          <p:cNvSpPr txBox="1">
            <a:spLocks noGrp="1"/>
          </p:cNvSpPr>
          <p:nvPr>
            <p:ph type="body" idx="3"/>
          </p:nvPr>
        </p:nvSpPr>
        <p:spPr>
          <a:xfrm>
            <a:off x="6633864" y="2199633"/>
            <a:ext cx="4800600" cy="632400"/>
          </a:xfrm>
          <a:prstGeom prst="rect">
            <a:avLst/>
          </a:prstGeom>
          <a:noFill/>
          <a:ln>
            <a:noFill/>
          </a:ln>
        </p:spPr>
        <p:txBody>
          <a:bodyPr spcFirstLastPara="1" wrap="square" lIns="91425" tIns="45700" rIns="91425" bIns="45700" anchor="b" anchorCtr="0">
            <a:noAutofit/>
          </a:bodyPr>
          <a:lstStyle>
            <a:lvl1pPr marL="457200" lvl="0" indent="-228600" algn="l" rtl="0">
              <a:lnSpc>
                <a:spcPct val="100000"/>
              </a:lnSpc>
              <a:spcBef>
                <a:spcPts val="700"/>
              </a:spcBef>
              <a:spcAft>
                <a:spcPts val="0"/>
              </a:spcAft>
              <a:buSzPts val="1900"/>
              <a:buNone/>
              <a:defRPr sz="1900" b="1" cap="none">
                <a:solidFill>
                  <a:schemeClr val="dk2"/>
                </a:solidFill>
              </a:defRPr>
            </a:lvl1pPr>
            <a:lvl2pPr marL="914400" lvl="1" indent="-228600" algn="l" rtl="0">
              <a:lnSpc>
                <a:spcPct val="110000"/>
              </a:lnSpc>
              <a:spcBef>
                <a:spcPts val="700"/>
              </a:spcBef>
              <a:spcAft>
                <a:spcPts val="0"/>
              </a:spcAft>
              <a:buSzPts val="1900"/>
              <a:buNone/>
              <a:defRPr sz="1900" b="1"/>
            </a:lvl2pPr>
            <a:lvl3pPr marL="1371600" lvl="2" indent="-228600" algn="l" rtl="0">
              <a:lnSpc>
                <a:spcPct val="110000"/>
              </a:lnSpc>
              <a:spcBef>
                <a:spcPts val="700"/>
              </a:spcBef>
              <a:spcAft>
                <a:spcPts val="0"/>
              </a:spcAft>
              <a:buSzPts val="1800"/>
              <a:buNone/>
              <a:defRPr sz="1800" b="1"/>
            </a:lvl3pPr>
            <a:lvl4pPr marL="1828800" lvl="3" indent="-228600" algn="l" rtl="0">
              <a:lnSpc>
                <a:spcPct val="110000"/>
              </a:lnSpc>
              <a:spcBef>
                <a:spcPts val="700"/>
              </a:spcBef>
              <a:spcAft>
                <a:spcPts val="0"/>
              </a:spcAft>
              <a:buSzPts val="1600"/>
              <a:buNone/>
              <a:defRPr sz="1600" b="1"/>
            </a:lvl4pPr>
            <a:lvl5pPr marL="2286000" lvl="4" indent="-228600" algn="l" rtl="0">
              <a:lnSpc>
                <a:spcPct val="110000"/>
              </a:lnSpc>
              <a:spcBef>
                <a:spcPts val="700"/>
              </a:spcBef>
              <a:spcAft>
                <a:spcPts val="0"/>
              </a:spcAft>
              <a:buSzPts val="1600"/>
              <a:buNone/>
              <a:defRPr sz="1600" b="1"/>
            </a:lvl5pPr>
            <a:lvl6pPr marL="2743200" lvl="5" indent="-228600" algn="l" rtl="0">
              <a:lnSpc>
                <a:spcPct val="110000"/>
              </a:lnSpc>
              <a:spcBef>
                <a:spcPts val="700"/>
              </a:spcBef>
              <a:spcAft>
                <a:spcPts val="0"/>
              </a:spcAft>
              <a:buSzPts val="1600"/>
              <a:buNone/>
              <a:defRPr sz="1600" b="1"/>
            </a:lvl6pPr>
            <a:lvl7pPr marL="3200400" lvl="6" indent="-228600" algn="l" rtl="0">
              <a:lnSpc>
                <a:spcPct val="110000"/>
              </a:lnSpc>
              <a:spcBef>
                <a:spcPts val="700"/>
              </a:spcBef>
              <a:spcAft>
                <a:spcPts val="0"/>
              </a:spcAft>
              <a:buSzPts val="1600"/>
              <a:buNone/>
              <a:defRPr sz="1600" b="1"/>
            </a:lvl7pPr>
            <a:lvl8pPr marL="3657600" lvl="7" indent="-228600" algn="l" rtl="0">
              <a:lnSpc>
                <a:spcPct val="110000"/>
              </a:lnSpc>
              <a:spcBef>
                <a:spcPts val="700"/>
              </a:spcBef>
              <a:spcAft>
                <a:spcPts val="0"/>
              </a:spcAft>
              <a:buSzPts val="1600"/>
              <a:buNone/>
              <a:defRPr sz="1600" b="1"/>
            </a:lvl8pPr>
            <a:lvl9pPr marL="4114800" lvl="8" indent="-228600" algn="l" rtl="0">
              <a:lnSpc>
                <a:spcPct val="110000"/>
              </a:lnSpc>
              <a:spcBef>
                <a:spcPts val="700"/>
              </a:spcBef>
              <a:spcAft>
                <a:spcPts val="0"/>
              </a:spcAft>
              <a:buSzPts val="1600"/>
              <a:buNone/>
              <a:defRPr sz="1600" b="1"/>
            </a:lvl9pPr>
          </a:lstStyle>
          <a:p>
            <a:endParaRPr/>
          </a:p>
        </p:txBody>
      </p:sp>
      <p:sp>
        <p:nvSpPr>
          <p:cNvPr id="76" name="Google Shape;76;p13"/>
          <p:cNvSpPr txBox="1">
            <a:spLocks noGrp="1"/>
          </p:cNvSpPr>
          <p:nvPr>
            <p:ph type="body" idx="4"/>
          </p:nvPr>
        </p:nvSpPr>
        <p:spPr>
          <a:xfrm>
            <a:off x="6633864" y="2909102"/>
            <a:ext cx="4800600" cy="29964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77" name="Google Shape;77;p13"/>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14"/>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3" name="Google Shape;83;p14"/>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14"/>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85"/>
        <p:cNvGrpSpPr/>
        <p:nvPr/>
      </p:nvGrpSpPr>
      <p:grpSpPr>
        <a:xfrm>
          <a:off x="0" y="0"/>
          <a:ext cx="0" cy="0"/>
          <a:chOff x="0" y="0"/>
          <a:chExt cx="0" cy="0"/>
        </a:xfrm>
      </p:grpSpPr>
      <p:sp>
        <p:nvSpPr>
          <p:cNvPr id="86" name="Google Shape;86;p15" title="right scallop background shape"/>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87" name="Google Shape;87;p15"/>
          <p:cNvSpPr txBox="1">
            <a:spLocks noGrp="1"/>
          </p:cNvSpPr>
          <p:nvPr>
            <p:ph type="title"/>
          </p:nvPr>
        </p:nvSpPr>
        <p:spPr>
          <a:xfrm>
            <a:off x="8337884" y="457199"/>
            <a:ext cx="3092100" cy="11967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1"/>
              </a:buClr>
              <a:buSzPts val="1900"/>
              <a:buFont typeface="Gill Sans"/>
              <a:buNone/>
              <a:defRPr sz="1900" b="1" i="0" cap="none">
                <a:solidFill>
                  <a:schemeClr val="accent1"/>
                </a:solidFill>
                <a:latin typeface="Gill Sans"/>
                <a:ea typeface="Gill Sans"/>
                <a:cs typeface="Gill Sans"/>
                <a:sym typeface="Gill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 name="Google Shape;88;p15"/>
          <p:cNvSpPr txBox="1">
            <a:spLocks noGrp="1"/>
          </p:cNvSpPr>
          <p:nvPr>
            <p:ph type="body" idx="1"/>
          </p:nvPr>
        </p:nvSpPr>
        <p:spPr>
          <a:xfrm>
            <a:off x="765051" y="920377"/>
            <a:ext cx="6158400" cy="4985100"/>
          </a:xfrm>
          <a:prstGeom prst="rect">
            <a:avLst/>
          </a:prstGeom>
          <a:noFill/>
          <a:ln>
            <a:noFill/>
          </a:ln>
        </p:spPr>
        <p:txBody>
          <a:bodyPr spcFirstLastPara="1" wrap="square" lIns="91425" tIns="45700" rIns="91425" bIns="45700" anchor="t" anchorCtr="0">
            <a:noAutofit/>
          </a:bodyPr>
          <a:lstStyle>
            <a:lvl1pPr marL="457200" lvl="0" indent="-431800" algn="l" rtl="0">
              <a:lnSpc>
                <a:spcPct val="110000"/>
              </a:lnSpc>
              <a:spcBef>
                <a:spcPts val="700"/>
              </a:spcBef>
              <a:spcAft>
                <a:spcPts val="0"/>
              </a:spcAft>
              <a:buSzPts val="3200"/>
              <a:buChar char="•"/>
              <a:defRPr sz="3200"/>
            </a:lvl1pPr>
            <a:lvl2pPr marL="914400" lvl="1" indent="-406400" algn="l" rtl="0">
              <a:lnSpc>
                <a:spcPct val="110000"/>
              </a:lnSpc>
              <a:spcBef>
                <a:spcPts val="700"/>
              </a:spcBef>
              <a:spcAft>
                <a:spcPts val="0"/>
              </a:spcAft>
              <a:buSzPts val="2800"/>
              <a:buChar char="–"/>
              <a:defRPr sz="2800"/>
            </a:lvl2pPr>
            <a:lvl3pPr marL="1371600" lvl="2" indent="-381000" algn="l" rtl="0">
              <a:lnSpc>
                <a:spcPct val="110000"/>
              </a:lnSpc>
              <a:spcBef>
                <a:spcPts val="700"/>
              </a:spcBef>
              <a:spcAft>
                <a:spcPts val="0"/>
              </a:spcAft>
              <a:buSzPts val="2400"/>
              <a:buChar char="•"/>
              <a:defRPr sz="2400"/>
            </a:lvl3pPr>
            <a:lvl4pPr marL="1828800" lvl="3" indent="-355600" algn="l" rtl="0">
              <a:lnSpc>
                <a:spcPct val="110000"/>
              </a:lnSpc>
              <a:spcBef>
                <a:spcPts val="700"/>
              </a:spcBef>
              <a:spcAft>
                <a:spcPts val="0"/>
              </a:spcAft>
              <a:buSzPts val="2000"/>
              <a:buChar char="–"/>
              <a:defRPr sz="2000"/>
            </a:lvl4pPr>
            <a:lvl5pPr marL="2286000" lvl="4" indent="-355600" algn="l" rtl="0">
              <a:lnSpc>
                <a:spcPct val="110000"/>
              </a:lnSpc>
              <a:spcBef>
                <a:spcPts val="700"/>
              </a:spcBef>
              <a:spcAft>
                <a:spcPts val="0"/>
              </a:spcAft>
              <a:buSzPts val="2000"/>
              <a:buChar char="•"/>
              <a:defRPr sz="2000"/>
            </a:lvl5pPr>
            <a:lvl6pPr marL="2743200" lvl="5" indent="-355600" algn="l" rtl="0">
              <a:lnSpc>
                <a:spcPct val="110000"/>
              </a:lnSpc>
              <a:spcBef>
                <a:spcPts val="700"/>
              </a:spcBef>
              <a:spcAft>
                <a:spcPts val="0"/>
              </a:spcAft>
              <a:buSzPts val="2000"/>
              <a:buChar char="–"/>
              <a:defRPr sz="2000"/>
            </a:lvl6pPr>
            <a:lvl7pPr marL="3200400" lvl="6" indent="-355600" algn="l" rtl="0">
              <a:lnSpc>
                <a:spcPct val="110000"/>
              </a:lnSpc>
              <a:spcBef>
                <a:spcPts val="700"/>
              </a:spcBef>
              <a:spcAft>
                <a:spcPts val="0"/>
              </a:spcAft>
              <a:buSzPts val="2000"/>
              <a:buChar char="•"/>
              <a:defRPr sz="2000"/>
            </a:lvl7pPr>
            <a:lvl8pPr marL="3657600" lvl="7" indent="-355600" algn="l" rtl="0">
              <a:lnSpc>
                <a:spcPct val="110000"/>
              </a:lnSpc>
              <a:spcBef>
                <a:spcPts val="700"/>
              </a:spcBef>
              <a:spcAft>
                <a:spcPts val="0"/>
              </a:spcAft>
              <a:buSzPts val="2000"/>
              <a:buChar char="–"/>
              <a:defRPr sz="2000"/>
            </a:lvl8pPr>
            <a:lvl9pPr marL="4114800" lvl="8" indent="-355600" algn="l" rtl="0">
              <a:lnSpc>
                <a:spcPct val="110000"/>
              </a:lnSpc>
              <a:spcBef>
                <a:spcPts val="700"/>
              </a:spcBef>
              <a:spcAft>
                <a:spcPts val="0"/>
              </a:spcAft>
              <a:buSzPts val="2000"/>
              <a:buChar char="•"/>
              <a:defRPr sz="2000"/>
            </a:lvl9pPr>
          </a:lstStyle>
          <a:p>
            <a:endParaRPr/>
          </a:p>
        </p:txBody>
      </p:sp>
      <p:sp>
        <p:nvSpPr>
          <p:cNvPr id="89" name="Google Shape;89;p15"/>
          <p:cNvSpPr txBox="1">
            <a:spLocks noGrp="1"/>
          </p:cNvSpPr>
          <p:nvPr>
            <p:ph type="body" idx="2"/>
          </p:nvPr>
        </p:nvSpPr>
        <p:spPr>
          <a:xfrm>
            <a:off x="8337885" y="1741336"/>
            <a:ext cx="3092100" cy="41643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200"/>
              </a:spcBef>
              <a:spcAft>
                <a:spcPts val="0"/>
              </a:spcAft>
              <a:buSzPts val="1600"/>
              <a:buNone/>
              <a:defRPr sz="1600">
                <a:solidFill>
                  <a:schemeClr val="lt2"/>
                </a:solidFill>
              </a:defRPr>
            </a:lvl1pPr>
            <a:lvl2pPr marL="914400" lvl="1" indent="-228600" algn="l" rtl="0">
              <a:lnSpc>
                <a:spcPct val="110000"/>
              </a:lnSpc>
              <a:spcBef>
                <a:spcPts val="700"/>
              </a:spcBef>
              <a:spcAft>
                <a:spcPts val="0"/>
              </a:spcAft>
              <a:buSzPts val="1400"/>
              <a:buNone/>
              <a:defRPr sz="1400"/>
            </a:lvl2pPr>
            <a:lvl3pPr marL="1371600" lvl="2" indent="-228600" algn="l" rtl="0">
              <a:lnSpc>
                <a:spcPct val="110000"/>
              </a:lnSpc>
              <a:spcBef>
                <a:spcPts val="700"/>
              </a:spcBef>
              <a:spcAft>
                <a:spcPts val="0"/>
              </a:spcAft>
              <a:buSzPts val="1200"/>
              <a:buNone/>
              <a:defRPr sz="1200"/>
            </a:lvl3pPr>
            <a:lvl4pPr marL="1828800" lvl="3" indent="-228600" algn="l" rtl="0">
              <a:lnSpc>
                <a:spcPct val="110000"/>
              </a:lnSpc>
              <a:spcBef>
                <a:spcPts val="700"/>
              </a:spcBef>
              <a:spcAft>
                <a:spcPts val="0"/>
              </a:spcAft>
              <a:buSzPts val="1000"/>
              <a:buNone/>
              <a:defRPr sz="1000"/>
            </a:lvl4pPr>
            <a:lvl5pPr marL="2286000" lvl="4" indent="-228600" algn="l" rtl="0">
              <a:lnSpc>
                <a:spcPct val="110000"/>
              </a:lnSpc>
              <a:spcBef>
                <a:spcPts val="700"/>
              </a:spcBef>
              <a:spcAft>
                <a:spcPts val="0"/>
              </a:spcAft>
              <a:buSzPts val="1000"/>
              <a:buNone/>
              <a:defRPr sz="1000"/>
            </a:lvl5pPr>
            <a:lvl6pPr marL="2743200" lvl="5" indent="-228600" algn="l" rtl="0">
              <a:lnSpc>
                <a:spcPct val="110000"/>
              </a:lnSpc>
              <a:spcBef>
                <a:spcPts val="700"/>
              </a:spcBef>
              <a:spcAft>
                <a:spcPts val="0"/>
              </a:spcAft>
              <a:buSzPts val="1000"/>
              <a:buNone/>
              <a:defRPr sz="1000"/>
            </a:lvl6pPr>
            <a:lvl7pPr marL="3200400" lvl="6" indent="-228600" algn="l" rtl="0">
              <a:lnSpc>
                <a:spcPct val="110000"/>
              </a:lnSpc>
              <a:spcBef>
                <a:spcPts val="700"/>
              </a:spcBef>
              <a:spcAft>
                <a:spcPts val="0"/>
              </a:spcAft>
              <a:buSzPts val="1000"/>
              <a:buNone/>
              <a:defRPr sz="1000"/>
            </a:lvl7pPr>
            <a:lvl8pPr marL="3657600" lvl="7" indent="-228600" algn="l" rtl="0">
              <a:lnSpc>
                <a:spcPct val="110000"/>
              </a:lnSpc>
              <a:spcBef>
                <a:spcPts val="700"/>
              </a:spcBef>
              <a:spcAft>
                <a:spcPts val="0"/>
              </a:spcAft>
              <a:buSzPts val="1000"/>
              <a:buNone/>
              <a:defRPr sz="1000"/>
            </a:lvl8pPr>
            <a:lvl9pPr marL="4114800" lvl="8" indent="-228600" algn="l" rtl="0">
              <a:lnSpc>
                <a:spcPct val="110000"/>
              </a:lnSpc>
              <a:spcBef>
                <a:spcPts val="700"/>
              </a:spcBef>
              <a:spcAft>
                <a:spcPts val="0"/>
              </a:spcAft>
              <a:buSzPts val="1000"/>
              <a:buNone/>
              <a:defRPr sz="1000"/>
            </a:lvl9pPr>
          </a:lstStyle>
          <a:p>
            <a:endParaRPr/>
          </a:p>
        </p:txBody>
      </p:sp>
      <p:sp>
        <p:nvSpPr>
          <p:cNvPr id="90" name="Google Shape;90;p15"/>
          <p:cNvSpPr txBox="1">
            <a:spLocks noGrp="1"/>
          </p:cNvSpPr>
          <p:nvPr>
            <p:ph type="dt" idx="10"/>
          </p:nvPr>
        </p:nvSpPr>
        <p:spPr>
          <a:xfrm>
            <a:off x="765051" y="6375679"/>
            <a:ext cx="12333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1" name="Google Shape;91;p15"/>
          <p:cNvSpPr txBox="1">
            <a:spLocks noGrp="1"/>
          </p:cNvSpPr>
          <p:nvPr>
            <p:ph type="ftr" idx="11"/>
          </p:nvPr>
        </p:nvSpPr>
        <p:spPr>
          <a:xfrm>
            <a:off x="2103620" y="6375679"/>
            <a:ext cx="34821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2" name="Google Shape;92;p15"/>
          <p:cNvSpPr txBox="1">
            <a:spLocks noGrp="1"/>
          </p:cNvSpPr>
          <p:nvPr>
            <p:ph type="sldNum" idx="12"/>
          </p:nvPr>
        </p:nvSpPr>
        <p:spPr>
          <a:xfrm>
            <a:off x="5691014" y="6375679"/>
            <a:ext cx="1232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
        <p:nvSpPr>
          <p:cNvPr id="93" name="Google Shape;93;p15" title="left edge border"/>
          <p:cNvSpPr/>
          <p:nvPr/>
        </p:nvSpPr>
        <p:spPr>
          <a:xfrm>
            <a:off x="0" y="0"/>
            <a:ext cx="2835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94"/>
        <p:cNvGrpSpPr/>
        <p:nvPr/>
      </p:nvGrpSpPr>
      <p:grpSpPr>
        <a:xfrm>
          <a:off x="0" y="0"/>
          <a:ext cx="0" cy="0"/>
          <a:chOff x="0" y="0"/>
          <a:chExt cx="0" cy="0"/>
        </a:xfrm>
      </p:grpSpPr>
      <p:sp>
        <p:nvSpPr>
          <p:cNvPr id="95" name="Google Shape;95;p16"/>
          <p:cNvSpPr>
            <a:spLocks noGrp="1"/>
          </p:cNvSpPr>
          <p:nvPr>
            <p:ph type="pic" idx="2"/>
          </p:nvPr>
        </p:nvSpPr>
        <p:spPr>
          <a:xfrm>
            <a:off x="283464" y="0"/>
            <a:ext cx="7355700" cy="6858000"/>
          </a:xfrm>
          <a:prstGeom prst="rect">
            <a:avLst/>
          </a:prstGeom>
          <a:noFill/>
          <a:ln>
            <a:noFill/>
          </a:ln>
        </p:spPr>
        <p:txBody>
          <a:bodyPr spcFirstLastPara="1" wrap="square" lIns="91425" tIns="45700" rIns="91425" bIns="45700" anchor="t" anchorCtr="0">
            <a:noAutofit/>
          </a:bodyPr>
          <a:lstStyle>
            <a:lvl1pPr marR="0" lvl="0" algn="l" rtl="0">
              <a:lnSpc>
                <a:spcPct val="110000"/>
              </a:lnSpc>
              <a:spcBef>
                <a:spcPts val="700"/>
              </a:spcBef>
              <a:spcAft>
                <a:spcPts val="0"/>
              </a:spcAft>
              <a:buClr>
                <a:schemeClr val="dk2"/>
              </a:buClr>
              <a:buSzPts val="3200"/>
              <a:buFont typeface="Arial"/>
              <a:buNone/>
              <a:defRPr sz="3200" b="0" i="0" u="none" strike="noStrike" cap="none">
                <a:solidFill>
                  <a:srgbClr val="595959"/>
                </a:solidFill>
                <a:latin typeface="Gill Sans"/>
                <a:ea typeface="Gill Sans"/>
                <a:cs typeface="Gill Sans"/>
                <a:sym typeface="Gill Sans"/>
              </a:defRPr>
            </a:lvl1pPr>
            <a:lvl2pPr marR="0" lvl="1" algn="l" rtl="0">
              <a:lnSpc>
                <a:spcPct val="110000"/>
              </a:lnSpc>
              <a:spcBef>
                <a:spcPts val="700"/>
              </a:spcBef>
              <a:spcAft>
                <a:spcPts val="0"/>
              </a:spcAft>
              <a:buClr>
                <a:schemeClr val="dk2"/>
              </a:buClr>
              <a:buSzPts val="2800"/>
              <a:buFont typeface="Gill Sans"/>
              <a:buNone/>
              <a:defRPr sz="2800" b="0" i="0" u="none" strike="noStrike" cap="none">
                <a:solidFill>
                  <a:srgbClr val="595959"/>
                </a:solidFill>
                <a:latin typeface="Gill Sans"/>
                <a:ea typeface="Gill Sans"/>
                <a:cs typeface="Gill Sans"/>
                <a:sym typeface="Gill Sans"/>
              </a:defRPr>
            </a:lvl2pPr>
            <a:lvl3pPr marR="0" lvl="2" algn="l" rtl="0">
              <a:lnSpc>
                <a:spcPct val="110000"/>
              </a:lnSpc>
              <a:spcBef>
                <a:spcPts val="700"/>
              </a:spcBef>
              <a:spcAft>
                <a:spcPts val="0"/>
              </a:spcAft>
              <a:buClr>
                <a:schemeClr val="dk2"/>
              </a:buClr>
              <a:buSzPts val="2400"/>
              <a:buFont typeface="Arial"/>
              <a:buNone/>
              <a:defRPr sz="2400" b="0" i="0" u="none" strike="noStrike" cap="none">
                <a:solidFill>
                  <a:srgbClr val="595959"/>
                </a:solidFill>
                <a:latin typeface="Gill Sans"/>
                <a:ea typeface="Gill Sans"/>
                <a:cs typeface="Gill Sans"/>
                <a:sym typeface="Gill Sans"/>
              </a:defRPr>
            </a:lvl3pPr>
            <a:lvl4pPr marR="0" lvl="3" algn="l" rtl="0">
              <a:lnSpc>
                <a:spcPct val="110000"/>
              </a:lnSpc>
              <a:spcBef>
                <a:spcPts val="700"/>
              </a:spcBef>
              <a:spcAft>
                <a:spcPts val="0"/>
              </a:spcAft>
              <a:buClr>
                <a:schemeClr val="dk2"/>
              </a:buClr>
              <a:buSzPts val="2000"/>
              <a:buFont typeface="Gill Sans"/>
              <a:buNone/>
              <a:defRPr sz="2000" b="0" i="0" u="none" strike="noStrike" cap="none">
                <a:solidFill>
                  <a:srgbClr val="595959"/>
                </a:solidFill>
                <a:latin typeface="Gill Sans"/>
                <a:ea typeface="Gill Sans"/>
                <a:cs typeface="Gill Sans"/>
                <a:sym typeface="Gill Sans"/>
              </a:defRPr>
            </a:lvl4pPr>
            <a:lvl5pPr marR="0" lvl="4" algn="l" rtl="0">
              <a:lnSpc>
                <a:spcPct val="110000"/>
              </a:lnSpc>
              <a:spcBef>
                <a:spcPts val="700"/>
              </a:spcBef>
              <a:spcAft>
                <a:spcPts val="0"/>
              </a:spcAft>
              <a:buClr>
                <a:schemeClr val="dk2"/>
              </a:buClr>
              <a:buSzPts val="2000"/>
              <a:buFont typeface="Arial"/>
              <a:buNone/>
              <a:defRPr sz="2000" b="0" i="0" u="none" strike="noStrike" cap="none">
                <a:solidFill>
                  <a:srgbClr val="595959"/>
                </a:solidFill>
                <a:latin typeface="Gill Sans"/>
                <a:ea typeface="Gill Sans"/>
                <a:cs typeface="Gill Sans"/>
                <a:sym typeface="Gill Sans"/>
              </a:defRPr>
            </a:lvl5pPr>
            <a:lvl6pPr marR="0" lvl="5" algn="l" rtl="0">
              <a:lnSpc>
                <a:spcPct val="110000"/>
              </a:lnSpc>
              <a:spcBef>
                <a:spcPts val="700"/>
              </a:spcBef>
              <a:spcAft>
                <a:spcPts val="0"/>
              </a:spcAft>
              <a:buClr>
                <a:schemeClr val="dk2"/>
              </a:buClr>
              <a:buSzPts val="2000"/>
              <a:buFont typeface="Gill Sans"/>
              <a:buNone/>
              <a:defRPr sz="2000" b="0" i="0" u="none" strike="noStrike" cap="none">
                <a:solidFill>
                  <a:srgbClr val="595959"/>
                </a:solidFill>
                <a:latin typeface="Gill Sans"/>
                <a:ea typeface="Gill Sans"/>
                <a:cs typeface="Gill Sans"/>
                <a:sym typeface="Gill Sans"/>
              </a:defRPr>
            </a:lvl6pPr>
            <a:lvl7pPr marR="0" lvl="6" algn="l" rtl="0">
              <a:lnSpc>
                <a:spcPct val="110000"/>
              </a:lnSpc>
              <a:spcBef>
                <a:spcPts val="700"/>
              </a:spcBef>
              <a:spcAft>
                <a:spcPts val="0"/>
              </a:spcAft>
              <a:buClr>
                <a:schemeClr val="dk2"/>
              </a:buClr>
              <a:buSzPts val="2000"/>
              <a:buFont typeface="Arial"/>
              <a:buNone/>
              <a:defRPr sz="2000" b="0" i="0" u="none" strike="noStrike" cap="none">
                <a:solidFill>
                  <a:srgbClr val="595959"/>
                </a:solidFill>
                <a:latin typeface="Gill Sans"/>
                <a:ea typeface="Gill Sans"/>
                <a:cs typeface="Gill Sans"/>
                <a:sym typeface="Gill Sans"/>
              </a:defRPr>
            </a:lvl7pPr>
            <a:lvl8pPr marR="0" lvl="7" algn="l" rtl="0">
              <a:lnSpc>
                <a:spcPct val="110000"/>
              </a:lnSpc>
              <a:spcBef>
                <a:spcPts val="700"/>
              </a:spcBef>
              <a:spcAft>
                <a:spcPts val="0"/>
              </a:spcAft>
              <a:buClr>
                <a:schemeClr val="dk2"/>
              </a:buClr>
              <a:buSzPts val="2000"/>
              <a:buFont typeface="Gill Sans"/>
              <a:buNone/>
              <a:defRPr sz="2000" b="0" i="0" u="none" strike="noStrike" cap="none">
                <a:solidFill>
                  <a:srgbClr val="595959"/>
                </a:solidFill>
                <a:latin typeface="Gill Sans"/>
                <a:ea typeface="Gill Sans"/>
                <a:cs typeface="Gill Sans"/>
                <a:sym typeface="Gill Sans"/>
              </a:defRPr>
            </a:lvl8pPr>
            <a:lvl9pPr marR="0" lvl="8" algn="l" rtl="0">
              <a:lnSpc>
                <a:spcPct val="110000"/>
              </a:lnSpc>
              <a:spcBef>
                <a:spcPts val="700"/>
              </a:spcBef>
              <a:spcAft>
                <a:spcPts val="0"/>
              </a:spcAft>
              <a:buClr>
                <a:schemeClr val="dk2"/>
              </a:buClr>
              <a:buSzPts val="2000"/>
              <a:buFont typeface="Arial"/>
              <a:buNone/>
              <a:defRPr sz="2000" b="0" i="0" u="none" strike="noStrike" cap="none">
                <a:solidFill>
                  <a:srgbClr val="595959"/>
                </a:solidFill>
                <a:latin typeface="Gill Sans"/>
                <a:ea typeface="Gill Sans"/>
                <a:cs typeface="Gill Sans"/>
                <a:sym typeface="Gill Sans"/>
              </a:defRPr>
            </a:lvl9pPr>
          </a:lstStyle>
          <a:p>
            <a:endParaRPr/>
          </a:p>
        </p:txBody>
      </p:sp>
      <p:sp>
        <p:nvSpPr>
          <p:cNvPr id="96" name="Google Shape;96;p16" title="right scallop background shape"/>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97" name="Google Shape;97;p16" title="left edge border"/>
          <p:cNvSpPr/>
          <p:nvPr/>
        </p:nvSpPr>
        <p:spPr>
          <a:xfrm>
            <a:off x="0" y="0"/>
            <a:ext cx="2835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txBox="1">
            <a:spLocks noGrp="1"/>
          </p:cNvSpPr>
          <p:nvPr>
            <p:ph type="title"/>
          </p:nvPr>
        </p:nvSpPr>
        <p:spPr>
          <a:xfrm>
            <a:off x="8337883" y="457200"/>
            <a:ext cx="3092100" cy="11967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1"/>
              </a:buClr>
              <a:buSzPts val="1900"/>
              <a:buFont typeface="Gill Sans"/>
              <a:buNone/>
              <a:defRPr sz="1900" b="1" i="0">
                <a:solidFill>
                  <a:schemeClr val="accent1"/>
                </a:solidFill>
                <a:latin typeface="Gill Sans"/>
                <a:ea typeface="Gill Sans"/>
                <a:cs typeface="Gill Sans"/>
                <a:sym typeface="Gill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9" name="Google Shape;99;p16"/>
          <p:cNvSpPr txBox="1">
            <a:spLocks noGrp="1"/>
          </p:cNvSpPr>
          <p:nvPr>
            <p:ph type="body" idx="1"/>
          </p:nvPr>
        </p:nvSpPr>
        <p:spPr>
          <a:xfrm>
            <a:off x="8337883" y="1741336"/>
            <a:ext cx="3092100" cy="41643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200"/>
              </a:spcBef>
              <a:spcAft>
                <a:spcPts val="0"/>
              </a:spcAft>
              <a:buSzPts val="1600"/>
              <a:buNone/>
              <a:defRPr sz="1600">
                <a:solidFill>
                  <a:schemeClr val="lt2"/>
                </a:solidFill>
              </a:defRPr>
            </a:lvl1pPr>
            <a:lvl2pPr marL="914400" lvl="1" indent="-228600" algn="l" rtl="0">
              <a:lnSpc>
                <a:spcPct val="110000"/>
              </a:lnSpc>
              <a:spcBef>
                <a:spcPts val="700"/>
              </a:spcBef>
              <a:spcAft>
                <a:spcPts val="0"/>
              </a:spcAft>
              <a:buSzPts val="1400"/>
              <a:buNone/>
              <a:defRPr sz="1400"/>
            </a:lvl2pPr>
            <a:lvl3pPr marL="1371600" lvl="2" indent="-228600" algn="l" rtl="0">
              <a:lnSpc>
                <a:spcPct val="110000"/>
              </a:lnSpc>
              <a:spcBef>
                <a:spcPts val="700"/>
              </a:spcBef>
              <a:spcAft>
                <a:spcPts val="0"/>
              </a:spcAft>
              <a:buSzPts val="1200"/>
              <a:buNone/>
              <a:defRPr sz="1200"/>
            </a:lvl3pPr>
            <a:lvl4pPr marL="1828800" lvl="3" indent="-228600" algn="l" rtl="0">
              <a:lnSpc>
                <a:spcPct val="110000"/>
              </a:lnSpc>
              <a:spcBef>
                <a:spcPts val="700"/>
              </a:spcBef>
              <a:spcAft>
                <a:spcPts val="0"/>
              </a:spcAft>
              <a:buSzPts val="1000"/>
              <a:buNone/>
              <a:defRPr sz="1000"/>
            </a:lvl4pPr>
            <a:lvl5pPr marL="2286000" lvl="4" indent="-228600" algn="l" rtl="0">
              <a:lnSpc>
                <a:spcPct val="110000"/>
              </a:lnSpc>
              <a:spcBef>
                <a:spcPts val="700"/>
              </a:spcBef>
              <a:spcAft>
                <a:spcPts val="0"/>
              </a:spcAft>
              <a:buSzPts val="1000"/>
              <a:buNone/>
              <a:defRPr sz="1000"/>
            </a:lvl5pPr>
            <a:lvl6pPr marL="2743200" lvl="5" indent="-228600" algn="l" rtl="0">
              <a:lnSpc>
                <a:spcPct val="110000"/>
              </a:lnSpc>
              <a:spcBef>
                <a:spcPts val="700"/>
              </a:spcBef>
              <a:spcAft>
                <a:spcPts val="0"/>
              </a:spcAft>
              <a:buSzPts val="1000"/>
              <a:buNone/>
              <a:defRPr sz="1000"/>
            </a:lvl6pPr>
            <a:lvl7pPr marL="3200400" lvl="6" indent="-228600" algn="l" rtl="0">
              <a:lnSpc>
                <a:spcPct val="110000"/>
              </a:lnSpc>
              <a:spcBef>
                <a:spcPts val="700"/>
              </a:spcBef>
              <a:spcAft>
                <a:spcPts val="0"/>
              </a:spcAft>
              <a:buSzPts val="1000"/>
              <a:buNone/>
              <a:defRPr sz="1000"/>
            </a:lvl7pPr>
            <a:lvl8pPr marL="3657600" lvl="7" indent="-228600" algn="l" rtl="0">
              <a:lnSpc>
                <a:spcPct val="110000"/>
              </a:lnSpc>
              <a:spcBef>
                <a:spcPts val="700"/>
              </a:spcBef>
              <a:spcAft>
                <a:spcPts val="0"/>
              </a:spcAft>
              <a:buSzPts val="1000"/>
              <a:buNone/>
              <a:defRPr sz="1000"/>
            </a:lvl8pPr>
            <a:lvl9pPr marL="4114800" lvl="8" indent="-228600" algn="l" rtl="0">
              <a:lnSpc>
                <a:spcPct val="110000"/>
              </a:lnSpc>
              <a:spcBef>
                <a:spcPts val="700"/>
              </a:spcBef>
              <a:spcAft>
                <a:spcPts val="0"/>
              </a:spcAft>
              <a:buSzPts val="1000"/>
              <a:buNone/>
              <a:defRPr sz="1000"/>
            </a:lvl9pPr>
          </a:lstStyle>
          <a:p>
            <a:endParaRPr/>
          </a:p>
        </p:txBody>
      </p:sp>
      <p:sp>
        <p:nvSpPr>
          <p:cNvPr id="100" name="Google Shape;100;p16"/>
          <p:cNvSpPr txBox="1">
            <a:spLocks noGrp="1"/>
          </p:cNvSpPr>
          <p:nvPr>
            <p:ph type="dt" idx="10"/>
          </p:nvPr>
        </p:nvSpPr>
        <p:spPr>
          <a:xfrm>
            <a:off x="765950" y="6375679"/>
            <a:ext cx="12324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16"/>
          <p:cNvSpPr txBox="1">
            <a:spLocks noGrp="1"/>
          </p:cNvSpPr>
          <p:nvPr>
            <p:ph type="ftr" idx="11"/>
          </p:nvPr>
        </p:nvSpPr>
        <p:spPr>
          <a:xfrm>
            <a:off x="2103621" y="6375679"/>
            <a:ext cx="34821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 name="Google Shape;102;p16"/>
          <p:cNvSpPr txBox="1">
            <a:spLocks noGrp="1"/>
          </p:cNvSpPr>
          <p:nvPr>
            <p:ph type="sldNum" idx="12"/>
          </p:nvPr>
        </p:nvSpPr>
        <p:spPr>
          <a:xfrm>
            <a:off x="5687568" y="6375679"/>
            <a:ext cx="12345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5" name="Google Shape;105;p17"/>
          <p:cNvSpPr txBox="1">
            <a:spLocks noGrp="1"/>
          </p:cNvSpPr>
          <p:nvPr>
            <p:ph type="body" idx="1"/>
          </p:nvPr>
        </p:nvSpPr>
        <p:spPr>
          <a:xfrm rot="5400000">
            <a:off x="4543950" y="-1006349"/>
            <a:ext cx="3593700" cy="101784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106" name="Google Shape;106;p17"/>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 name="Google Shape;107;p17"/>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8" name="Google Shape;108;p17"/>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rot="5400000">
            <a:off x="8012153" y="2436486"/>
            <a:ext cx="5600400" cy="14922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2"/>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1" name="Google Shape;111;p18"/>
          <p:cNvSpPr txBox="1">
            <a:spLocks noGrp="1"/>
          </p:cNvSpPr>
          <p:nvPr>
            <p:ph type="body" idx="1"/>
          </p:nvPr>
        </p:nvSpPr>
        <p:spPr>
          <a:xfrm rot="5400000">
            <a:off x="2653435" y="-1013665"/>
            <a:ext cx="5600400" cy="8392500"/>
          </a:xfrm>
          <a:prstGeom prst="rect">
            <a:avLst/>
          </a:prstGeom>
          <a:noFill/>
          <a:ln>
            <a:noFill/>
          </a:ln>
        </p:spPr>
        <p:txBody>
          <a:bodyPr spcFirstLastPara="1" wrap="square" lIns="91425" tIns="45700" rIns="91425" bIns="45700" anchor="t" anchorCtr="0">
            <a:noAutofit/>
          </a:bodyPr>
          <a:lstStyle>
            <a:lvl1pPr marL="457200" lvl="0" indent="-342900" algn="l" rtl="0">
              <a:lnSpc>
                <a:spcPct val="110000"/>
              </a:lnSpc>
              <a:spcBef>
                <a:spcPts val="700"/>
              </a:spcBef>
              <a:spcAft>
                <a:spcPts val="0"/>
              </a:spcAft>
              <a:buSzPts val="1800"/>
              <a:buChar char="•"/>
              <a:defRPr/>
            </a:lvl1pPr>
            <a:lvl2pPr marL="914400" lvl="1" indent="-342900" algn="l" rtl="0">
              <a:lnSpc>
                <a:spcPct val="110000"/>
              </a:lnSpc>
              <a:spcBef>
                <a:spcPts val="700"/>
              </a:spcBef>
              <a:spcAft>
                <a:spcPts val="0"/>
              </a:spcAft>
              <a:buSzPts val="1800"/>
              <a:buChar char="–"/>
              <a:defRPr/>
            </a:lvl2pPr>
            <a:lvl3pPr marL="1371600" lvl="2" indent="-342900" algn="l" rtl="0">
              <a:lnSpc>
                <a:spcPct val="110000"/>
              </a:lnSpc>
              <a:spcBef>
                <a:spcPts val="700"/>
              </a:spcBef>
              <a:spcAft>
                <a:spcPts val="0"/>
              </a:spcAft>
              <a:buSzPts val="1800"/>
              <a:buChar char="•"/>
              <a:defRPr/>
            </a:lvl3pPr>
            <a:lvl4pPr marL="1828800" lvl="3" indent="-342900" algn="l" rtl="0">
              <a:lnSpc>
                <a:spcPct val="110000"/>
              </a:lnSpc>
              <a:spcBef>
                <a:spcPts val="700"/>
              </a:spcBef>
              <a:spcAft>
                <a:spcPts val="0"/>
              </a:spcAft>
              <a:buSzPts val="1800"/>
              <a:buChar char="–"/>
              <a:defRPr/>
            </a:lvl4pPr>
            <a:lvl5pPr marL="2286000" lvl="4" indent="-342900" algn="l" rtl="0">
              <a:lnSpc>
                <a:spcPct val="110000"/>
              </a:lnSpc>
              <a:spcBef>
                <a:spcPts val="700"/>
              </a:spcBef>
              <a:spcAft>
                <a:spcPts val="0"/>
              </a:spcAft>
              <a:buSzPts val="1800"/>
              <a:buChar char="•"/>
              <a:defRPr/>
            </a:lvl5pPr>
            <a:lvl6pPr marL="2743200" lvl="5" indent="-342900" algn="l" rtl="0">
              <a:lnSpc>
                <a:spcPct val="110000"/>
              </a:lnSpc>
              <a:spcBef>
                <a:spcPts val="700"/>
              </a:spcBef>
              <a:spcAft>
                <a:spcPts val="0"/>
              </a:spcAft>
              <a:buSzPts val="1800"/>
              <a:buChar char="–"/>
              <a:defRPr/>
            </a:lvl6pPr>
            <a:lvl7pPr marL="3200400" lvl="6" indent="-342900" algn="l" rtl="0">
              <a:lnSpc>
                <a:spcPct val="110000"/>
              </a:lnSpc>
              <a:spcBef>
                <a:spcPts val="700"/>
              </a:spcBef>
              <a:spcAft>
                <a:spcPts val="0"/>
              </a:spcAft>
              <a:buSzPts val="1800"/>
              <a:buChar char="•"/>
              <a:defRPr/>
            </a:lvl7pPr>
            <a:lvl8pPr marL="3657600" lvl="7" indent="-342900" algn="l" rtl="0">
              <a:lnSpc>
                <a:spcPct val="110000"/>
              </a:lnSpc>
              <a:spcBef>
                <a:spcPts val="700"/>
              </a:spcBef>
              <a:spcAft>
                <a:spcPts val="0"/>
              </a:spcAft>
              <a:buSzPts val="1800"/>
              <a:buChar char="–"/>
              <a:defRPr/>
            </a:lvl8pPr>
            <a:lvl9pPr marL="4114800" lvl="8" indent="-342900" algn="l" rtl="0">
              <a:lnSpc>
                <a:spcPct val="110000"/>
              </a:lnSpc>
              <a:spcBef>
                <a:spcPts val="700"/>
              </a:spcBef>
              <a:spcAft>
                <a:spcPts val="0"/>
              </a:spcAft>
              <a:buSzPts val="1800"/>
              <a:buChar char="•"/>
              <a:defRPr/>
            </a:lvl9pPr>
          </a:lstStyle>
          <a:p>
            <a:endParaRPr/>
          </a:p>
        </p:txBody>
      </p:sp>
      <p:sp>
        <p:nvSpPr>
          <p:cNvPr id="112" name="Google Shape;112;p18"/>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123"/>
        <p:cNvGrpSpPr/>
        <p:nvPr/>
      </p:nvGrpSpPr>
      <p:grpSpPr>
        <a:xfrm>
          <a:off x="0" y="0"/>
          <a:ext cx="0" cy="0"/>
          <a:chOff x="0" y="0"/>
          <a:chExt cx="0" cy="0"/>
        </a:xfrm>
      </p:grpSpPr>
      <p:sp>
        <p:nvSpPr>
          <p:cNvPr id="124" name="Google Shape;124;p20"/>
          <p:cNvSpPr txBox="1">
            <a:spLocks noGrp="1"/>
          </p:cNvSpPr>
          <p:nvPr>
            <p:ph type="title"/>
          </p:nvPr>
        </p:nvSpPr>
        <p:spPr>
          <a:xfrm>
            <a:off x="3242929" y="1073888"/>
            <a:ext cx="8187000" cy="4064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lt2"/>
              </a:buClr>
              <a:buSzPts val="8400"/>
              <a:buFont typeface="Impact"/>
              <a:buNone/>
              <a:defRPr sz="8400">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5" name="Google Shape;125;p20"/>
          <p:cNvSpPr txBox="1">
            <a:spLocks noGrp="1"/>
          </p:cNvSpPr>
          <p:nvPr>
            <p:ph type="body" idx="1"/>
          </p:nvPr>
        </p:nvSpPr>
        <p:spPr>
          <a:xfrm>
            <a:off x="3242930" y="5159781"/>
            <a:ext cx="7017600" cy="951000"/>
          </a:xfrm>
          <a:prstGeom prst="rect">
            <a:avLst/>
          </a:prstGeom>
          <a:noFill/>
          <a:ln>
            <a:noFill/>
          </a:ln>
        </p:spPr>
        <p:txBody>
          <a:bodyPr spcFirstLastPara="1" wrap="square" lIns="91425" tIns="45700" rIns="91425" bIns="45700" anchor="t" anchorCtr="0">
            <a:noAutofit/>
          </a:bodyPr>
          <a:lstStyle>
            <a:lvl1pPr marL="457200" lvl="0" indent="-228600" algn="l" rtl="0">
              <a:lnSpc>
                <a:spcPct val="100000"/>
              </a:lnSpc>
              <a:spcBef>
                <a:spcPts val="700"/>
              </a:spcBef>
              <a:spcAft>
                <a:spcPts val="0"/>
              </a:spcAft>
              <a:buSzPts val="2000"/>
              <a:buNone/>
              <a:defRPr sz="2000" b="1" i="0" cap="none">
                <a:solidFill>
                  <a:schemeClr val="accent1"/>
                </a:solidFill>
              </a:defRPr>
            </a:lvl1pPr>
            <a:lvl2pPr marL="914400" lvl="1" indent="-228600" algn="l" rtl="0">
              <a:lnSpc>
                <a:spcPct val="110000"/>
              </a:lnSpc>
              <a:spcBef>
                <a:spcPts val="700"/>
              </a:spcBef>
              <a:spcAft>
                <a:spcPts val="0"/>
              </a:spcAft>
              <a:buSzPts val="2000"/>
              <a:buNone/>
              <a:defRPr sz="2000">
                <a:solidFill>
                  <a:schemeClr val="lt1"/>
                </a:solidFill>
              </a:defRPr>
            </a:lvl2pPr>
            <a:lvl3pPr marL="1371600" lvl="2" indent="-228600" algn="l" rtl="0">
              <a:lnSpc>
                <a:spcPct val="110000"/>
              </a:lnSpc>
              <a:spcBef>
                <a:spcPts val="700"/>
              </a:spcBef>
              <a:spcAft>
                <a:spcPts val="0"/>
              </a:spcAft>
              <a:buSzPts val="1800"/>
              <a:buNone/>
              <a:defRPr sz="1800">
                <a:solidFill>
                  <a:schemeClr val="lt1"/>
                </a:solidFill>
              </a:defRPr>
            </a:lvl3pPr>
            <a:lvl4pPr marL="1828800" lvl="3" indent="-228600" algn="l" rtl="0">
              <a:lnSpc>
                <a:spcPct val="110000"/>
              </a:lnSpc>
              <a:spcBef>
                <a:spcPts val="700"/>
              </a:spcBef>
              <a:spcAft>
                <a:spcPts val="0"/>
              </a:spcAft>
              <a:buSzPts val="1600"/>
              <a:buNone/>
              <a:defRPr sz="1600">
                <a:solidFill>
                  <a:schemeClr val="lt1"/>
                </a:solidFill>
              </a:defRPr>
            </a:lvl4pPr>
            <a:lvl5pPr marL="2286000" lvl="4" indent="-228600" algn="l" rtl="0">
              <a:lnSpc>
                <a:spcPct val="110000"/>
              </a:lnSpc>
              <a:spcBef>
                <a:spcPts val="700"/>
              </a:spcBef>
              <a:spcAft>
                <a:spcPts val="0"/>
              </a:spcAft>
              <a:buSzPts val="1600"/>
              <a:buNone/>
              <a:defRPr sz="1600">
                <a:solidFill>
                  <a:schemeClr val="lt1"/>
                </a:solidFill>
              </a:defRPr>
            </a:lvl5pPr>
            <a:lvl6pPr marL="2743200" lvl="5" indent="-228600" algn="l" rtl="0">
              <a:lnSpc>
                <a:spcPct val="110000"/>
              </a:lnSpc>
              <a:spcBef>
                <a:spcPts val="700"/>
              </a:spcBef>
              <a:spcAft>
                <a:spcPts val="0"/>
              </a:spcAft>
              <a:buSzPts val="1600"/>
              <a:buNone/>
              <a:defRPr sz="1600">
                <a:solidFill>
                  <a:schemeClr val="lt1"/>
                </a:solidFill>
              </a:defRPr>
            </a:lvl6pPr>
            <a:lvl7pPr marL="3200400" lvl="6" indent="-228600" algn="l" rtl="0">
              <a:lnSpc>
                <a:spcPct val="110000"/>
              </a:lnSpc>
              <a:spcBef>
                <a:spcPts val="700"/>
              </a:spcBef>
              <a:spcAft>
                <a:spcPts val="0"/>
              </a:spcAft>
              <a:buSzPts val="1600"/>
              <a:buNone/>
              <a:defRPr sz="1600">
                <a:solidFill>
                  <a:schemeClr val="lt1"/>
                </a:solidFill>
              </a:defRPr>
            </a:lvl7pPr>
            <a:lvl8pPr marL="3657600" lvl="7" indent="-228600" algn="l" rtl="0">
              <a:lnSpc>
                <a:spcPct val="110000"/>
              </a:lnSpc>
              <a:spcBef>
                <a:spcPts val="700"/>
              </a:spcBef>
              <a:spcAft>
                <a:spcPts val="0"/>
              </a:spcAft>
              <a:buSzPts val="1600"/>
              <a:buNone/>
              <a:defRPr sz="1600">
                <a:solidFill>
                  <a:schemeClr val="lt1"/>
                </a:solidFill>
              </a:defRPr>
            </a:lvl8pPr>
            <a:lvl9pPr marL="4114800" lvl="8" indent="-228600" algn="l" rtl="0">
              <a:lnSpc>
                <a:spcPct val="110000"/>
              </a:lnSpc>
              <a:spcBef>
                <a:spcPts val="700"/>
              </a:spcBef>
              <a:spcAft>
                <a:spcPts val="0"/>
              </a:spcAft>
              <a:buSzPts val="1600"/>
              <a:buNone/>
              <a:defRPr sz="1600">
                <a:solidFill>
                  <a:schemeClr val="lt1"/>
                </a:solidFill>
              </a:defRPr>
            </a:lvl9pPr>
          </a:lstStyle>
          <a:p>
            <a:endParaRPr/>
          </a:p>
        </p:txBody>
      </p:sp>
      <p:sp>
        <p:nvSpPr>
          <p:cNvPr id="126" name="Google Shape;126;p20"/>
          <p:cNvSpPr txBox="1">
            <a:spLocks noGrp="1"/>
          </p:cNvSpPr>
          <p:nvPr>
            <p:ph type="dt" idx="10"/>
          </p:nvPr>
        </p:nvSpPr>
        <p:spPr>
          <a:xfrm>
            <a:off x="3236546" y="6375679"/>
            <a:ext cx="1494000" cy="3486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7" name="Google Shape;127;p20"/>
          <p:cNvSpPr txBox="1">
            <a:spLocks noGrp="1"/>
          </p:cNvSpPr>
          <p:nvPr>
            <p:ph type="ftr" idx="11"/>
          </p:nvPr>
        </p:nvSpPr>
        <p:spPr>
          <a:xfrm>
            <a:off x="5279064" y="6375679"/>
            <a:ext cx="4114800" cy="345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20"/>
          <p:cNvSpPr txBox="1">
            <a:spLocks noGrp="1"/>
          </p:cNvSpPr>
          <p:nvPr>
            <p:ph type="sldNum" idx="12"/>
          </p:nvPr>
        </p:nvSpPr>
        <p:spPr>
          <a:xfrm>
            <a:off x="9942434" y="6375679"/>
            <a:ext cx="1487700" cy="345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grpSp>
        <p:nvGrpSpPr>
          <p:cNvPr id="129" name="Google Shape;129;p20" title="left scallop shape"/>
          <p:cNvGrpSpPr/>
          <p:nvPr/>
        </p:nvGrpSpPr>
        <p:grpSpPr>
          <a:xfrm>
            <a:off x="0" y="0"/>
            <a:ext cx="2814638" cy="6858000"/>
            <a:chOff x="0" y="0"/>
            <a:chExt cx="2814638" cy="6858000"/>
          </a:xfrm>
        </p:grpSpPr>
        <p:sp>
          <p:nvSpPr>
            <p:cNvPr id="130" name="Google Shape;130;p20" title="left scallop shape"/>
            <p:cNvSpPr/>
            <p:nvPr/>
          </p:nvSpPr>
          <p:spPr>
            <a:xfrm>
              <a:off x="0" y="0"/>
              <a:ext cx="2814638" cy="6858000"/>
            </a:xfrm>
            <a:custGeom>
              <a:avLst/>
              <a:gdLst/>
              <a:ahLst/>
              <a:cxnLst/>
              <a:rect l="l" t="t" r="r" b="b"/>
              <a:pathLst>
                <a:path w="1773" h="4320" extrusionOk="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131" name="Google Shape;131;p20" title="left scallop inline"/>
            <p:cNvSpPr/>
            <p:nvPr/>
          </p:nvSpPr>
          <p:spPr>
            <a:xfrm>
              <a:off x="874382" y="0"/>
              <a:ext cx="1646238" cy="6858000"/>
            </a:xfrm>
            <a:custGeom>
              <a:avLst/>
              <a:gdLst/>
              <a:ahLst/>
              <a:cxnLst/>
              <a:rect l="l" t="t" r="r" b="b"/>
              <a:pathLst>
                <a:path w="1037" h="4320" extrusionOk="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5100"/>
              <a:buFont typeface="Impact"/>
              <a:buNone/>
              <a:defRPr sz="5100" b="0" i="0" u="none" strike="noStrike" cap="none">
                <a:solidFill>
                  <a:schemeClr val="dk2"/>
                </a:solidFill>
                <a:latin typeface="Impact"/>
                <a:ea typeface="Impact"/>
                <a:cs typeface="Impact"/>
                <a:sym typeface="Impact"/>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251678" y="2286001"/>
            <a:ext cx="10178400" cy="35937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10000"/>
              </a:lnSpc>
              <a:spcBef>
                <a:spcPts val="700"/>
              </a:spcBef>
              <a:spcAft>
                <a:spcPts val="0"/>
              </a:spcAft>
              <a:buClr>
                <a:schemeClr val="dk2"/>
              </a:buClr>
              <a:buSzPts val="2000"/>
              <a:buFont typeface="Arial"/>
              <a:buChar char="•"/>
              <a:defRPr sz="2000" b="0" i="0" u="none" strike="noStrike" cap="none">
                <a:solidFill>
                  <a:srgbClr val="595959"/>
                </a:solidFill>
                <a:latin typeface="Gill Sans"/>
                <a:ea typeface="Gill Sans"/>
                <a:cs typeface="Gill Sans"/>
                <a:sym typeface="Gill Sans"/>
              </a:defRPr>
            </a:lvl1pPr>
            <a:lvl2pPr marL="914400" marR="0" lvl="1" indent="-342900" algn="l" rtl="0">
              <a:lnSpc>
                <a:spcPct val="110000"/>
              </a:lnSpc>
              <a:spcBef>
                <a:spcPts val="700"/>
              </a:spcBef>
              <a:spcAft>
                <a:spcPts val="0"/>
              </a:spcAft>
              <a:buClr>
                <a:schemeClr val="dk2"/>
              </a:buClr>
              <a:buSzPts val="1800"/>
              <a:buFont typeface="Gill Sans"/>
              <a:buChar char="–"/>
              <a:defRPr sz="1800" b="0" i="0" u="none" strike="noStrike" cap="none">
                <a:solidFill>
                  <a:srgbClr val="595959"/>
                </a:solidFill>
                <a:latin typeface="Gill Sans"/>
                <a:ea typeface="Gill Sans"/>
                <a:cs typeface="Gill Sans"/>
                <a:sym typeface="Gill Sans"/>
              </a:defRPr>
            </a:lvl2pPr>
            <a:lvl3pPr marL="1371600" marR="0" lvl="2" indent="-330200" algn="l" rtl="0">
              <a:lnSpc>
                <a:spcPct val="110000"/>
              </a:lnSpc>
              <a:spcBef>
                <a:spcPts val="700"/>
              </a:spcBef>
              <a:spcAft>
                <a:spcPts val="0"/>
              </a:spcAft>
              <a:buClr>
                <a:schemeClr val="dk2"/>
              </a:buClr>
              <a:buSzPts val="1600"/>
              <a:buFont typeface="Arial"/>
              <a:buChar char="•"/>
              <a:defRPr sz="1600" b="0" i="0" u="none" strike="noStrike" cap="none">
                <a:solidFill>
                  <a:srgbClr val="595959"/>
                </a:solidFill>
                <a:latin typeface="Gill Sans"/>
                <a:ea typeface="Gill Sans"/>
                <a:cs typeface="Gill Sans"/>
                <a:sym typeface="Gill Sans"/>
              </a:defRPr>
            </a:lvl3pPr>
            <a:lvl4pPr marL="1828800" marR="0" lvl="3"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4pPr>
            <a:lvl5pPr marL="2286000" marR="0" lvl="4"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5pPr>
            <a:lvl6pPr marL="2743200" marR="0" lvl="5"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6pPr>
            <a:lvl7pPr marL="3200400" marR="0" lvl="6"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7pPr>
            <a:lvl8pPr marL="3657600" marR="0" lvl="7"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8pPr>
            <a:lvl9pPr marL="4114800" marR="0" lvl="8"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9pPr>
          </a:lstStyle>
          <a:p>
            <a:endParaRPr/>
          </a:p>
        </p:txBody>
      </p:sp>
      <p:sp>
        <p:nvSpPr>
          <p:cNvPr id="12" name="Google Shape;12;p1"/>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595959"/>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595959"/>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595959"/>
                </a:solidFill>
                <a:latin typeface="Gill Sans"/>
                <a:ea typeface="Gill Sans"/>
                <a:cs typeface="Gill Sans"/>
                <a:sym typeface="Gill Sans"/>
              </a:defRPr>
            </a:lvl1pPr>
            <a:lvl2pPr marL="0" marR="0" lvl="1" indent="0" algn="r" rtl="0">
              <a:spcBef>
                <a:spcPts val="0"/>
              </a:spcBef>
              <a:buNone/>
              <a:defRPr sz="1200" b="0" i="0" u="none" strike="noStrike" cap="none">
                <a:solidFill>
                  <a:srgbClr val="595959"/>
                </a:solidFill>
                <a:latin typeface="Gill Sans"/>
                <a:ea typeface="Gill Sans"/>
                <a:cs typeface="Gill Sans"/>
                <a:sym typeface="Gill Sans"/>
              </a:defRPr>
            </a:lvl2pPr>
            <a:lvl3pPr marL="0" marR="0" lvl="2" indent="0" algn="r" rtl="0">
              <a:spcBef>
                <a:spcPts val="0"/>
              </a:spcBef>
              <a:buNone/>
              <a:defRPr sz="1200" b="0" i="0" u="none" strike="noStrike" cap="none">
                <a:solidFill>
                  <a:srgbClr val="595959"/>
                </a:solidFill>
                <a:latin typeface="Gill Sans"/>
                <a:ea typeface="Gill Sans"/>
                <a:cs typeface="Gill Sans"/>
                <a:sym typeface="Gill Sans"/>
              </a:defRPr>
            </a:lvl3pPr>
            <a:lvl4pPr marL="0" marR="0" lvl="3" indent="0" algn="r" rtl="0">
              <a:spcBef>
                <a:spcPts val="0"/>
              </a:spcBef>
              <a:buNone/>
              <a:defRPr sz="1200" b="0" i="0" u="none" strike="noStrike" cap="none">
                <a:solidFill>
                  <a:srgbClr val="595959"/>
                </a:solidFill>
                <a:latin typeface="Gill Sans"/>
                <a:ea typeface="Gill Sans"/>
                <a:cs typeface="Gill Sans"/>
                <a:sym typeface="Gill Sans"/>
              </a:defRPr>
            </a:lvl4pPr>
            <a:lvl5pPr marL="0" marR="0" lvl="4" indent="0" algn="r" rtl="0">
              <a:spcBef>
                <a:spcPts val="0"/>
              </a:spcBef>
              <a:buNone/>
              <a:defRPr sz="1200" b="0" i="0" u="none" strike="noStrike" cap="none">
                <a:solidFill>
                  <a:srgbClr val="595959"/>
                </a:solidFill>
                <a:latin typeface="Gill Sans"/>
                <a:ea typeface="Gill Sans"/>
                <a:cs typeface="Gill Sans"/>
                <a:sym typeface="Gill Sans"/>
              </a:defRPr>
            </a:lvl5pPr>
            <a:lvl6pPr marL="0" marR="0" lvl="5" indent="0" algn="r" rtl="0">
              <a:spcBef>
                <a:spcPts val="0"/>
              </a:spcBef>
              <a:buNone/>
              <a:defRPr sz="1200" b="0" i="0" u="none" strike="noStrike" cap="none">
                <a:solidFill>
                  <a:srgbClr val="595959"/>
                </a:solidFill>
                <a:latin typeface="Gill Sans"/>
                <a:ea typeface="Gill Sans"/>
                <a:cs typeface="Gill Sans"/>
                <a:sym typeface="Gill Sans"/>
              </a:defRPr>
            </a:lvl6pPr>
            <a:lvl7pPr marL="0" marR="0" lvl="6" indent="0" algn="r" rtl="0">
              <a:spcBef>
                <a:spcPts val="0"/>
              </a:spcBef>
              <a:buNone/>
              <a:defRPr sz="1200" b="0" i="0" u="none" strike="noStrike" cap="none">
                <a:solidFill>
                  <a:srgbClr val="595959"/>
                </a:solidFill>
                <a:latin typeface="Gill Sans"/>
                <a:ea typeface="Gill Sans"/>
                <a:cs typeface="Gill Sans"/>
                <a:sym typeface="Gill Sans"/>
              </a:defRPr>
            </a:lvl7pPr>
            <a:lvl8pPr marL="0" marR="0" lvl="7" indent="0" algn="r" rtl="0">
              <a:spcBef>
                <a:spcPts val="0"/>
              </a:spcBef>
              <a:buNone/>
              <a:defRPr sz="1200" b="0" i="0" u="none" strike="noStrike" cap="none">
                <a:solidFill>
                  <a:srgbClr val="595959"/>
                </a:solidFill>
                <a:latin typeface="Gill Sans"/>
                <a:ea typeface="Gill Sans"/>
                <a:cs typeface="Gill Sans"/>
                <a:sym typeface="Gill Sans"/>
              </a:defRPr>
            </a:lvl8pPr>
            <a:lvl9pPr marL="0" marR="0" lvl="8" indent="0" algn="r" rtl="0">
              <a:spcBef>
                <a:spcPts val="0"/>
              </a:spcBef>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vi-VN"/>
              <a:t>‹#›</a:t>
            </a:fld>
            <a:endParaRPr/>
          </a:p>
        </p:txBody>
      </p:sp>
      <p:sp>
        <p:nvSpPr>
          <p:cNvPr id="15" name="Google Shape;15;p1" title="Left scallop edge"/>
          <p:cNvSpPr/>
          <p:nvPr/>
        </p:nvSpPr>
        <p:spPr>
          <a:xfrm>
            <a:off x="0" y="0"/>
            <a:ext cx="885825" cy="6858000"/>
          </a:xfrm>
          <a:custGeom>
            <a:avLst/>
            <a:gdLst/>
            <a:ahLst/>
            <a:cxnLst/>
            <a:rect l="l" t="t" r="r" b="b"/>
            <a:pathLst>
              <a:path w="558" h="4320" extrusionOk="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dk2"/>
          </a:solidFill>
          <a:ln>
            <a:noFill/>
          </a:ln>
        </p:spPr>
      </p:sp>
      <p:sp>
        <p:nvSpPr>
          <p:cNvPr id="16" name="Google Shape;16;p1" title="right edge border"/>
          <p:cNvSpPr/>
          <p:nvPr/>
        </p:nvSpPr>
        <p:spPr>
          <a:xfrm>
            <a:off x="11908536" y="0"/>
            <a:ext cx="2835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2"/>
              </a:buClr>
              <a:buSzPts val="5100"/>
              <a:buFont typeface="Impact"/>
              <a:buNone/>
              <a:defRPr sz="5100" b="0" i="0" u="none" strike="noStrike" cap="none">
                <a:solidFill>
                  <a:schemeClr val="lt2"/>
                </a:solidFill>
                <a:latin typeface="Impact"/>
                <a:ea typeface="Impact"/>
                <a:cs typeface="Impact"/>
                <a:sym typeface="Impact"/>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7" name="Google Shape;117;p19"/>
          <p:cNvSpPr txBox="1">
            <a:spLocks noGrp="1"/>
          </p:cNvSpPr>
          <p:nvPr>
            <p:ph type="body" idx="1"/>
          </p:nvPr>
        </p:nvSpPr>
        <p:spPr>
          <a:xfrm>
            <a:off x="1251678" y="2286001"/>
            <a:ext cx="10178400" cy="35937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10000"/>
              </a:lnSpc>
              <a:spcBef>
                <a:spcPts val="700"/>
              </a:spcBef>
              <a:spcAft>
                <a:spcPts val="0"/>
              </a:spcAft>
              <a:buClr>
                <a:schemeClr val="lt2"/>
              </a:buClr>
              <a:buSzPts val="2000"/>
              <a:buFont typeface="Arial"/>
              <a:buChar char="•"/>
              <a:defRPr sz="2000" b="0" i="0" u="none" strike="noStrike" cap="none">
                <a:solidFill>
                  <a:srgbClr val="FEFEFE"/>
                </a:solidFill>
                <a:latin typeface="Gill Sans"/>
                <a:ea typeface="Gill Sans"/>
                <a:cs typeface="Gill Sans"/>
                <a:sym typeface="Gill Sans"/>
              </a:defRPr>
            </a:lvl1pPr>
            <a:lvl2pPr marL="914400" marR="0" lvl="1" indent="-342900" algn="l" rtl="0">
              <a:lnSpc>
                <a:spcPct val="110000"/>
              </a:lnSpc>
              <a:spcBef>
                <a:spcPts val="700"/>
              </a:spcBef>
              <a:spcAft>
                <a:spcPts val="0"/>
              </a:spcAft>
              <a:buClr>
                <a:schemeClr val="lt2"/>
              </a:buClr>
              <a:buSzPts val="1800"/>
              <a:buFont typeface="Gill Sans"/>
              <a:buChar char="–"/>
              <a:defRPr sz="1800" b="0" i="0" u="none" strike="noStrike" cap="none">
                <a:solidFill>
                  <a:srgbClr val="FEFEFE"/>
                </a:solidFill>
                <a:latin typeface="Gill Sans"/>
                <a:ea typeface="Gill Sans"/>
                <a:cs typeface="Gill Sans"/>
                <a:sym typeface="Gill Sans"/>
              </a:defRPr>
            </a:lvl2pPr>
            <a:lvl3pPr marL="1371600" marR="0" lvl="2" indent="-330200" algn="l" rtl="0">
              <a:lnSpc>
                <a:spcPct val="110000"/>
              </a:lnSpc>
              <a:spcBef>
                <a:spcPts val="700"/>
              </a:spcBef>
              <a:spcAft>
                <a:spcPts val="0"/>
              </a:spcAft>
              <a:buClr>
                <a:schemeClr val="lt2"/>
              </a:buClr>
              <a:buSzPts val="1600"/>
              <a:buFont typeface="Arial"/>
              <a:buChar char="•"/>
              <a:defRPr sz="1600" b="0" i="0" u="none" strike="noStrike" cap="none">
                <a:solidFill>
                  <a:srgbClr val="FEFEFE"/>
                </a:solidFill>
                <a:latin typeface="Gill Sans"/>
                <a:ea typeface="Gill Sans"/>
                <a:cs typeface="Gill Sans"/>
                <a:sym typeface="Gill Sans"/>
              </a:defRPr>
            </a:lvl3pPr>
            <a:lvl4pPr marL="1828800" marR="0" lvl="3" indent="-317500" algn="l" rtl="0">
              <a:lnSpc>
                <a:spcPct val="110000"/>
              </a:lnSpc>
              <a:spcBef>
                <a:spcPts val="700"/>
              </a:spcBef>
              <a:spcAft>
                <a:spcPts val="0"/>
              </a:spcAft>
              <a:buClr>
                <a:schemeClr val="lt2"/>
              </a:buClr>
              <a:buSzPts val="1400"/>
              <a:buFont typeface="Gill Sans"/>
              <a:buChar char="–"/>
              <a:defRPr sz="1400" b="0" i="0" u="none" strike="noStrike" cap="none">
                <a:solidFill>
                  <a:srgbClr val="FEFEFE"/>
                </a:solidFill>
                <a:latin typeface="Gill Sans"/>
                <a:ea typeface="Gill Sans"/>
                <a:cs typeface="Gill Sans"/>
                <a:sym typeface="Gill Sans"/>
              </a:defRPr>
            </a:lvl4pPr>
            <a:lvl5pPr marL="2286000" marR="0" lvl="4" indent="-317500" algn="l" rtl="0">
              <a:lnSpc>
                <a:spcPct val="110000"/>
              </a:lnSpc>
              <a:spcBef>
                <a:spcPts val="700"/>
              </a:spcBef>
              <a:spcAft>
                <a:spcPts val="0"/>
              </a:spcAft>
              <a:buClr>
                <a:schemeClr val="lt2"/>
              </a:buClr>
              <a:buSzPts val="1400"/>
              <a:buFont typeface="Arial"/>
              <a:buChar char="•"/>
              <a:defRPr sz="1400" b="0" i="0" u="none" strike="noStrike" cap="none">
                <a:solidFill>
                  <a:srgbClr val="FEFEFE"/>
                </a:solidFill>
                <a:latin typeface="Gill Sans"/>
                <a:ea typeface="Gill Sans"/>
                <a:cs typeface="Gill Sans"/>
                <a:sym typeface="Gill Sans"/>
              </a:defRPr>
            </a:lvl5pPr>
            <a:lvl6pPr marL="2743200" marR="0" lvl="5" indent="-317500" algn="l" rtl="0">
              <a:lnSpc>
                <a:spcPct val="110000"/>
              </a:lnSpc>
              <a:spcBef>
                <a:spcPts val="700"/>
              </a:spcBef>
              <a:spcAft>
                <a:spcPts val="0"/>
              </a:spcAft>
              <a:buClr>
                <a:schemeClr val="lt2"/>
              </a:buClr>
              <a:buSzPts val="1400"/>
              <a:buFont typeface="Gill Sans"/>
              <a:buChar char="–"/>
              <a:defRPr sz="1400" b="0" i="0" u="none" strike="noStrike" cap="none">
                <a:solidFill>
                  <a:srgbClr val="FEFEFE"/>
                </a:solidFill>
                <a:latin typeface="Gill Sans"/>
                <a:ea typeface="Gill Sans"/>
                <a:cs typeface="Gill Sans"/>
                <a:sym typeface="Gill Sans"/>
              </a:defRPr>
            </a:lvl6pPr>
            <a:lvl7pPr marL="3200400" marR="0" lvl="6" indent="-317500" algn="l" rtl="0">
              <a:lnSpc>
                <a:spcPct val="110000"/>
              </a:lnSpc>
              <a:spcBef>
                <a:spcPts val="700"/>
              </a:spcBef>
              <a:spcAft>
                <a:spcPts val="0"/>
              </a:spcAft>
              <a:buClr>
                <a:schemeClr val="lt2"/>
              </a:buClr>
              <a:buSzPts val="1400"/>
              <a:buFont typeface="Arial"/>
              <a:buChar char="•"/>
              <a:defRPr sz="1400" b="0" i="0" u="none" strike="noStrike" cap="none">
                <a:solidFill>
                  <a:srgbClr val="FEFEFE"/>
                </a:solidFill>
                <a:latin typeface="Gill Sans"/>
                <a:ea typeface="Gill Sans"/>
                <a:cs typeface="Gill Sans"/>
                <a:sym typeface="Gill Sans"/>
              </a:defRPr>
            </a:lvl7pPr>
            <a:lvl8pPr marL="3657600" marR="0" lvl="7" indent="-317500" algn="l" rtl="0">
              <a:lnSpc>
                <a:spcPct val="110000"/>
              </a:lnSpc>
              <a:spcBef>
                <a:spcPts val="700"/>
              </a:spcBef>
              <a:spcAft>
                <a:spcPts val="0"/>
              </a:spcAft>
              <a:buClr>
                <a:schemeClr val="lt2"/>
              </a:buClr>
              <a:buSzPts val="1400"/>
              <a:buFont typeface="Gill Sans"/>
              <a:buChar char="–"/>
              <a:defRPr sz="1400" b="0" i="0" u="none" strike="noStrike" cap="none">
                <a:solidFill>
                  <a:srgbClr val="FEFEFE"/>
                </a:solidFill>
                <a:latin typeface="Gill Sans"/>
                <a:ea typeface="Gill Sans"/>
                <a:cs typeface="Gill Sans"/>
                <a:sym typeface="Gill Sans"/>
              </a:defRPr>
            </a:lvl8pPr>
            <a:lvl9pPr marL="4114800" marR="0" lvl="8" indent="-317500" algn="l" rtl="0">
              <a:lnSpc>
                <a:spcPct val="110000"/>
              </a:lnSpc>
              <a:spcBef>
                <a:spcPts val="700"/>
              </a:spcBef>
              <a:spcAft>
                <a:spcPts val="0"/>
              </a:spcAft>
              <a:buClr>
                <a:schemeClr val="lt2"/>
              </a:buClr>
              <a:buSzPts val="1400"/>
              <a:buFont typeface="Arial"/>
              <a:buChar char="•"/>
              <a:defRPr sz="1400" b="0" i="0" u="none" strike="noStrike" cap="none">
                <a:solidFill>
                  <a:srgbClr val="FEFEFE"/>
                </a:solidFill>
                <a:latin typeface="Gill Sans"/>
                <a:ea typeface="Gill Sans"/>
                <a:cs typeface="Gill Sans"/>
                <a:sym typeface="Gill Sans"/>
              </a:defRPr>
            </a:lvl9pPr>
          </a:lstStyle>
          <a:p>
            <a:endParaRPr/>
          </a:p>
        </p:txBody>
      </p:sp>
      <p:sp>
        <p:nvSpPr>
          <p:cNvPr id="118" name="Google Shape;118;p19"/>
          <p:cNvSpPr txBox="1">
            <a:spLocks noGrp="1"/>
          </p:cNvSpPr>
          <p:nvPr>
            <p:ph type="dt" idx="10"/>
          </p:nvPr>
        </p:nvSpPr>
        <p:spPr>
          <a:xfrm>
            <a:off x="1251678" y="6375679"/>
            <a:ext cx="2329800" cy="348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FEFEFE"/>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9pPr>
          </a:lstStyle>
          <a:p>
            <a:endParaRPr/>
          </a:p>
        </p:txBody>
      </p:sp>
      <p:sp>
        <p:nvSpPr>
          <p:cNvPr id="119" name="Google Shape;119;p19"/>
          <p:cNvSpPr txBox="1">
            <a:spLocks noGrp="1"/>
          </p:cNvSpPr>
          <p:nvPr>
            <p:ph type="ftr" idx="11"/>
          </p:nvPr>
        </p:nvSpPr>
        <p:spPr>
          <a:xfrm>
            <a:off x="4038600" y="6375679"/>
            <a:ext cx="4114800" cy="345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FEFEFE"/>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9pPr>
          </a:lstStyle>
          <a:p>
            <a:endParaRPr/>
          </a:p>
        </p:txBody>
      </p:sp>
      <p:sp>
        <p:nvSpPr>
          <p:cNvPr id="120" name="Google Shape;120;p19"/>
          <p:cNvSpPr txBox="1">
            <a:spLocks noGrp="1"/>
          </p:cNvSpPr>
          <p:nvPr>
            <p:ph type="sldNum" idx="12"/>
          </p:nvPr>
        </p:nvSpPr>
        <p:spPr>
          <a:xfrm>
            <a:off x="8610601" y="6375679"/>
            <a:ext cx="2819400" cy="345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FEFEFE"/>
                </a:solidFill>
                <a:latin typeface="Gill Sans"/>
                <a:ea typeface="Gill Sans"/>
                <a:cs typeface="Gill Sans"/>
                <a:sym typeface="Gill Sans"/>
              </a:defRPr>
            </a:lvl1pPr>
            <a:lvl2pPr marL="0" marR="0" lvl="1" indent="0" algn="r" rtl="0">
              <a:spcBef>
                <a:spcPts val="0"/>
              </a:spcBef>
              <a:buNone/>
              <a:defRPr sz="1200" b="0" i="0" u="none" strike="noStrike" cap="none">
                <a:solidFill>
                  <a:srgbClr val="FEFEFE"/>
                </a:solidFill>
                <a:latin typeface="Gill Sans"/>
                <a:ea typeface="Gill Sans"/>
                <a:cs typeface="Gill Sans"/>
                <a:sym typeface="Gill Sans"/>
              </a:defRPr>
            </a:lvl2pPr>
            <a:lvl3pPr marL="0" marR="0" lvl="2" indent="0" algn="r" rtl="0">
              <a:spcBef>
                <a:spcPts val="0"/>
              </a:spcBef>
              <a:buNone/>
              <a:defRPr sz="1200" b="0" i="0" u="none" strike="noStrike" cap="none">
                <a:solidFill>
                  <a:srgbClr val="FEFEFE"/>
                </a:solidFill>
                <a:latin typeface="Gill Sans"/>
                <a:ea typeface="Gill Sans"/>
                <a:cs typeface="Gill Sans"/>
                <a:sym typeface="Gill Sans"/>
              </a:defRPr>
            </a:lvl3pPr>
            <a:lvl4pPr marL="0" marR="0" lvl="3" indent="0" algn="r" rtl="0">
              <a:spcBef>
                <a:spcPts val="0"/>
              </a:spcBef>
              <a:buNone/>
              <a:defRPr sz="1200" b="0" i="0" u="none" strike="noStrike" cap="none">
                <a:solidFill>
                  <a:srgbClr val="FEFEFE"/>
                </a:solidFill>
                <a:latin typeface="Gill Sans"/>
                <a:ea typeface="Gill Sans"/>
                <a:cs typeface="Gill Sans"/>
                <a:sym typeface="Gill Sans"/>
              </a:defRPr>
            </a:lvl4pPr>
            <a:lvl5pPr marL="0" marR="0" lvl="4" indent="0" algn="r" rtl="0">
              <a:spcBef>
                <a:spcPts val="0"/>
              </a:spcBef>
              <a:buNone/>
              <a:defRPr sz="1200" b="0" i="0" u="none" strike="noStrike" cap="none">
                <a:solidFill>
                  <a:srgbClr val="FEFEFE"/>
                </a:solidFill>
                <a:latin typeface="Gill Sans"/>
                <a:ea typeface="Gill Sans"/>
                <a:cs typeface="Gill Sans"/>
                <a:sym typeface="Gill Sans"/>
              </a:defRPr>
            </a:lvl5pPr>
            <a:lvl6pPr marL="0" marR="0" lvl="5" indent="0" algn="r" rtl="0">
              <a:spcBef>
                <a:spcPts val="0"/>
              </a:spcBef>
              <a:buNone/>
              <a:defRPr sz="1200" b="0" i="0" u="none" strike="noStrike" cap="none">
                <a:solidFill>
                  <a:srgbClr val="FEFEFE"/>
                </a:solidFill>
                <a:latin typeface="Gill Sans"/>
                <a:ea typeface="Gill Sans"/>
                <a:cs typeface="Gill Sans"/>
                <a:sym typeface="Gill Sans"/>
              </a:defRPr>
            </a:lvl6pPr>
            <a:lvl7pPr marL="0" marR="0" lvl="6" indent="0" algn="r" rtl="0">
              <a:spcBef>
                <a:spcPts val="0"/>
              </a:spcBef>
              <a:buNone/>
              <a:defRPr sz="1200" b="0" i="0" u="none" strike="noStrike" cap="none">
                <a:solidFill>
                  <a:srgbClr val="FEFEFE"/>
                </a:solidFill>
                <a:latin typeface="Gill Sans"/>
                <a:ea typeface="Gill Sans"/>
                <a:cs typeface="Gill Sans"/>
                <a:sym typeface="Gill Sans"/>
              </a:defRPr>
            </a:lvl7pPr>
            <a:lvl8pPr marL="0" marR="0" lvl="7" indent="0" algn="r" rtl="0">
              <a:spcBef>
                <a:spcPts val="0"/>
              </a:spcBef>
              <a:buNone/>
              <a:defRPr sz="1200" b="0" i="0" u="none" strike="noStrike" cap="none">
                <a:solidFill>
                  <a:srgbClr val="FEFEFE"/>
                </a:solidFill>
                <a:latin typeface="Gill Sans"/>
                <a:ea typeface="Gill Sans"/>
                <a:cs typeface="Gill Sans"/>
                <a:sym typeface="Gill Sans"/>
              </a:defRPr>
            </a:lvl8pPr>
            <a:lvl9pPr marL="0" marR="0" lvl="8" indent="0" algn="r" rtl="0">
              <a:spcBef>
                <a:spcPts val="0"/>
              </a:spcBef>
              <a:buNone/>
              <a:defRPr sz="1200" b="0" i="0" u="none" strike="noStrike" cap="none">
                <a:solidFill>
                  <a:srgbClr val="FEFEFE"/>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vi-VN"/>
              <a:t>‹#›</a:t>
            </a:fld>
            <a:endParaRPr/>
          </a:p>
        </p:txBody>
      </p:sp>
      <p:sp>
        <p:nvSpPr>
          <p:cNvPr id="121" name="Google Shape;121;p19" title="Left scallop edge"/>
          <p:cNvSpPr/>
          <p:nvPr/>
        </p:nvSpPr>
        <p:spPr>
          <a:xfrm>
            <a:off x="0" y="0"/>
            <a:ext cx="885825" cy="6858000"/>
          </a:xfrm>
          <a:custGeom>
            <a:avLst/>
            <a:gdLst/>
            <a:ahLst/>
            <a:cxnLst/>
            <a:rect l="l" t="t" r="r" b="b"/>
            <a:pathLst>
              <a:path w="558" h="4320" extrusionOk="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lt2"/>
          </a:solidFill>
          <a:ln>
            <a:noFill/>
          </a:ln>
        </p:spPr>
      </p:sp>
      <p:sp>
        <p:nvSpPr>
          <p:cNvPr id="122" name="Google Shape;122;p19" title="right edge border"/>
          <p:cNvSpPr/>
          <p:nvPr/>
        </p:nvSpPr>
        <p:spPr>
          <a:xfrm>
            <a:off x="11908536" y="0"/>
            <a:ext cx="2835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65" r:id="rId1"/>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mongodb.com/download-center/community"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s://www.mongodb.com/download-center/community"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pymongo.readthedocs.io/en/stable/index.html?fbclid=IwAR3-EbEQuK4e-Qxm8h86PKg50P1T9gXECiZ1poFp0WgLbiSnsE9RnBCsv-s"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repo.anaconda.com/archive/Anaconda3-2018.12-Windows-x86_64.exe"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ctrTitle"/>
          </p:nvPr>
        </p:nvSpPr>
        <p:spPr>
          <a:xfrm>
            <a:off x="1078523" y="1098388"/>
            <a:ext cx="10318500" cy="4395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10000"/>
              <a:buFont typeface="Impact"/>
              <a:buNone/>
            </a:pPr>
            <a:r>
              <a:rPr lang="vi-VN"/>
              <a:t>WELCOME</a:t>
            </a:r>
            <a:endParaRPr/>
          </a:p>
        </p:txBody>
      </p:sp>
      <p:sp>
        <p:nvSpPr>
          <p:cNvPr id="137" name="Google Shape;137;p21"/>
          <p:cNvSpPr txBox="1">
            <a:spLocks noGrp="1"/>
          </p:cNvSpPr>
          <p:nvPr>
            <p:ph type="subTitle" idx="1"/>
          </p:nvPr>
        </p:nvSpPr>
        <p:spPr>
          <a:xfrm>
            <a:off x="2215045" y="5979196"/>
            <a:ext cx="8045400" cy="742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000"/>
              <a:buNone/>
            </a:pPr>
            <a:r>
              <a:rPr lang="vi-VN" sz="3200"/>
              <a:t>NHÓM 10</a:t>
            </a:r>
            <a:endParaRPr sz="32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p:nvPr/>
        </p:nvSpPr>
        <p:spPr>
          <a:xfrm>
            <a:off x="2548050" y="1846400"/>
            <a:ext cx="7095900" cy="3416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3600"/>
              <a:buFont typeface="Gill Sans"/>
              <a:buNone/>
            </a:pPr>
            <a:r>
              <a:rPr lang="vi-VN" sz="3600">
                <a:latin typeface="Times New Roman"/>
                <a:ea typeface="Times New Roman"/>
                <a:cs typeface="Times New Roman"/>
                <a:sym typeface="Times New Roman"/>
              </a:rPr>
              <a:t>Nguyễn Đoàn Tấn Phúc</a:t>
            </a:r>
            <a:r>
              <a:rPr lang="vi-VN" sz="3600" i="0" u="none" strike="noStrike" cap="none">
                <a:solidFill>
                  <a:srgbClr val="000000"/>
                </a:solidFill>
                <a:latin typeface="Times New Roman"/>
                <a:ea typeface="Times New Roman"/>
                <a:cs typeface="Times New Roman"/>
                <a:sym typeface="Times New Roman"/>
              </a:rPr>
              <a:t> - 1712</a:t>
            </a:r>
            <a:r>
              <a:rPr lang="vi-VN" sz="3600">
                <a:latin typeface="Times New Roman"/>
                <a:ea typeface="Times New Roman"/>
                <a:cs typeface="Times New Roman"/>
                <a:sym typeface="Times New Roman"/>
              </a:rPr>
              <a:t>671</a:t>
            </a:r>
            <a:endParaRPr>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3600"/>
              <a:buFont typeface="Gill Sans"/>
              <a:buNone/>
            </a:pPr>
            <a:r>
              <a:rPr lang="vi-VN" sz="3600">
                <a:latin typeface="Times New Roman"/>
                <a:ea typeface="Times New Roman"/>
                <a:cs typeface="Times New Roman"/>
                <a:sym typeface="Times New Roman"/>
              </a:rPr>
              <a:t>Lai Gia Phú</a:t>
            </a:r>
            <a:r>
              <a:rPr lang="vi-VN" sz="3600" i="0" u="none" strike="noStrike" cap="none">
                <a:solidFill>
                  <a:srgbClr val="000000"/>
                </a:solidFill>
                <a:latin typeface="Times New Roman"/>
                <a:ea typeface="Times New Roman"/>
                <a:cs typeface="Times New Roman"/>
                <a:sym typeface="Times New Roman"/>
              </a:rPr>
              <a:t> - 1712</a:t>
            </a:r>
            <a:r>
              <a:rPr lang="vi-VN" sz="3600">
                <a:latin typeface="Times New Roman"/>
                <a:ea typeface="Times New Roman"/>
                <a:cs typeface="Times New Roman"/>
                <a:sym typeface="Times New Roman"/>
              </a:rPr>
              <a:t>662</a:t>
            </a:r>
            <a:endParaRPr>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3600"/>
              <a:buFont typeface="Gill Sans"/>
              <a:buNone/>
            </a:pPr>
            <a:r>
              <a:rPr lang="vi-VN" sz="3600">
                <a:latin typeface="Times New Roman"/>
                <a:ea typeface="Times New Roman"/>
                <a:cs typeface="Times New Roman"/>
                <a:sym typeface="Times New Roman"/>
              </a:rPr>
              <a:t>Trần Huy Phượng</a:t>
            </a:r>
            <a:r>
              <a:rPr lang="vi-VN" sz="3600" i="0" u="none" strike="noStrike" cap="none">
                <a:solidFill>
                  <a:srgbClr val="000000"/>
                </a:solidFill>
                <a:latin typeface="Times New Roman"/>
                <a:ea typeface="Times New Roman"/>
                <a:cs typeface="Times New Roman"/>
                <a:sym typeface="Times New Roman"/>
              </a:rPr>
              <a:t> - </a:t>
            </a:r>
            <a:r>
              <a:rPr lang="vi-VN" sz="3600">
                <a:latin typeface="Times New Roman"/>
                <a:ea typeface="Times New Roman"/>
                <a:cs typeface="Times New Roman"/>
                <a:sym typeface="Times New Roman"/>
              </a:rPr>
              <a:t>1712685</a:t>
            </a:r>
            <a:endParaRPr>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3600"/>
              <a:buFont typeface="Gill Sans"/>
              <a:buNone/>
            </a:pPr>
            <a:r>
              <a:rPr lang="vi-VN" sz="3600">
                <a:latin typeface="Times New Roman"/>
                <a:ea typeface="Times New Roman"/>
                <a:cs typeface="Times New Roman"/>
                <a:sym typeface="Times New Roman"/>
              </a:rPr>
              <a:t>Nguyễn Ngọc Nghĩa</a:t>
            </a:r>
            <a:r>
              <a:rPr lang="vi-VN" sz="3600" i="0" u="none" strike="noStrike" cap="none">
                <a:solidFill>
                  <a:srgbClr val="000000"/>
                </a:solidFill>
                <a:latin typeface="Times New Roman"/>
                <a:ea typeface="Times New Roman"/>
                <a:cs typeface="Times New Roman"/>
                <a:sym typeface="Times New Roman"/>
              </a:rPr>
              <a:t> - </a:t>
            </a:r>
            <a:r>
              <a:rPr lang="vi-VN" sz="3600">
                <a:latin typeface="Times New Roman"/>
                <a:ea typeface="Times New Roman"/>
                <a:cs typeface="Times New Roman"/>
                <a:sym typeface="Times New Roman"/>
              </a:rPr>
              <a:t>1612421</a:t>
            </a:r>
            <a:endParaRPr sz="3600" i="0" u="none" strike="noStrike" cap="none">
              <a:solidFill>
                <a:srgbClr val="000000"/>
              </a:solidFill>
              <a:latin typeface="Times New Roman"/>
              <a:ea typeface="Times New Roman"/>
              <a:cs typeface="Times New Roman"/>
              <a:sym typeface="Times New Roman"/>
            </a:endParaRPr>
          </a:p>
        </p:txBody>
      </p:sp>
      <p:sp>
        <p:nvSpPr>
          <p:cNvPr id="143" name="Google Shape;143;p22"/>
          <p:cNvSpPr txBox="1"/>
          <p:nvPr/>
        </p:nvSpPr>
        <p:spPr>
          <a:xfrm>
            <a:off x="4868862" y="547377"/>
            <a:ext cx="2454275" cy="707886"/>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4000"/>
              <a:buFont typeface="Gill Sans"/>
              <a:buNone/>
            </a:pPr>
            <a:r>
              <a:rPr lang="vi-VN" sz="4000" b="0" i="0" u="none" strike="noStrike" cap="none">
                <a:solidFill>
                  <a:srgbClr val="FFFFFF"/>
                </a:solidFill>
                <a:latin typeface="Gill Sans"/>
                <a:ea typeface="Gill Sans"/>
                <a:cs typeface="Gill Sans"/>
                <a:sym typeface="Gill Sans"/>
              </a:rPr>
              <a:t>NHÓM </a:t>
            </a:r>
            <a:r>
              <a:rPr lang="vi-VN" sz="4000">
                <a:solidFill>
                  <a:srgbClr val="FFFFFF"/>
                </a:solidFill>
                <a:latin typeface="Gill Sans"/>
                <a:ea typeface="Gill Sans"/>
                <a:cs typeface="Gill Sans"/>
                <a:sym typeface="Gill Sans"/>
              </a:rPr>
              <a:t>10</a:t>
            </a:r>
            <a:endParaRPr sz="4000" b="0" i="0" u="none" strike="noStrike" cap="none">
              <a:solidFill>
                <a:srgbClr val="FFFFFF"/>
              </a:solidFill>
              <a:latin typeface="Gill Sans"/>
              <a:ea typeface="Gill Sans"/>
              <a:cs typeface="Gill Sans"/>
              <a:sym typeface="Gill Sans"/>
            </a:endParaRPr>
          </a:p>
        </p:txBody>
      </p:sp>
    </p:spTree>
  </p:cSld>
  <p:clrMapOvr>
    <a:masterClrMapping/>
  </p:clrMapOvr>
  <mc:AlternateContent xmlns:mc="http://schemas.openxmlformats.org/markup-compatibility/2006" xmlns:p14="http://schemas.microsoft.com/office/powerpoint/2010/main">
    <mc:Choice Requires="p14">
      <p:transition spd="med">
        <p14:flip dir="l"/>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4B4B4B"/>
            </a:gs>
            <a:gs pos="100000">
              <a:schemeClr val="dk1"/>
            </a:gs>
          </a:gsLst>
          <a:path path="circle">
            <a:fillToRect l="50000" t="50000" r="50000" b="50000"/>
          </a:path>
          <a:tileRect/>
        </a:gradFill>
        <a:effectLst/>
      </p:bgPr>
    </p:bg>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2851350" y="747075"/>
            <a:ext cx="9048600" cy="26472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lt2"/>
              </a:buClr>
              <a:buSzPts val="5400"/>
              <a:buFont typeface="Times New Roman"/>
              <a:buNone/>
            </a:pPr>
            <a:r>
              <a:rPr lang="vi-VN" sz="6300" b="1">
                <a:latin typeface="Times New Roman"/>
                <a:ea typeface="Times New Roman"/>
                <a:cs typeface="Times New Roman"/>
                <a:sym typeface="Times New Roman"/>
              </a:rPr>
              <a:t>MongoDB và MapReduce</a:t>
            </a:r>
            <a:endParaRPr sz="6300" b="1">
              <a:latin typeface="Times New Roman"/>
              <a:ea typeface="Times New Roman"/>
              <a:cs typeface="Times New Roman"/>
              <a:sym typeface="Times New Roman"/>
            </a:endParaRPr>
          </a:p>
        </p:txBody>
      </p:sp>
      <p:sp>
        <p:nvSpPr>
          <p:cNvPr id="149" name="Google Shape;149;p23"/>
          <p:cNvSpPr txBox="1">
            <a:spLocks noGrp="1"/>
          </p:cNvSpPr>
          <p:nvPr>
            <p:ph type="body" idx="1"/>
          </p:nvPr>
        </p:nvSpPr>
        <p:spPr>
          <a:xfrm>
            <a:off x="2730500" y="3708400"/>
            <a:ext cx="9169500" cy="2907300"/>
          </a:xfrm>
          <a:prstGeom prst="rect">
            <a:avLst/>
          </a:prstGeom>
          <a:noFill/>
          <a:ln>
            <a:noFill/>
          </a:ln>
        </p:spPr>
        <p:txBody>
          <a:bodyPr spcFirstLastPara="1" wrap="square" lIns="91425" tIns="45700" rIns="91425" bIns="45700" anchor="ctr" anchorCtr="0">
            <a:noAutofit/>
          </a:bodyPr>
          <a:lstStyle/>
          <a:p>
            <a:pPr marL="800100" lvl="1" indent="-400050" algn="l" rtl="0">
              <a:lnSpc>
                <a:spcPct val="110000"/>
              </a:lnSpc>
              <a:spcBef>
                <a:spcPts val="0"/>
              </a:spcBef>
              <a:spcAft>
                <a:spcPts val="0"/>
              </a:spcAft>
              <a:buSzPts val="3300"/>
              <a:buFont typeface="Arial"/>
              <a:buChar char="•"/>
            </a:pPr>
            <a:r>
              <a:rPr lang="vi-VN" sz="3300">
                <a:latin typeface="Times New Roman"/>
                <a:ea typeface="Times New Roman"/>
                <a:cs typeface="Times New Roman"/>
                <a:sym typeface="Times New Roman"/>
              </a:rPr>
              <a:t>Giới thiệu về MongoDB</a:t>
            </a:r>
            <a:r>
              <a:rPr lang="vi-VN" sz="3300"/>
              <a:t>, </a:t>
            </a:r>
            <a:r>
              <a:rPr lang="vi-VN" sz="3300">
                <a:latin typeface="Times New Roman"/>
                <a:ea typeface="Times New Roman"/>
                <a:cs typeface="Times New Roman"/>
                <a:sym typeface="Times New Roman"/>
              </a:rPr>
              <a:t>các khái niệm</a:t>
            </a:r>
            <a:endParaRPr sz="3300">
              <a:latin typeface="Times New Roman"/>
              <a:ea typeface="Times New Roman"/>
              <a:cs typeface="Times New Roman"/>
              <a:sym typeface="Times New Roman"/>
            </a:endParaRPr>
          </a:p>
          <a:p>
            <a:pPr marL="800100" lvl="1" indent="-400050" algn="l" rtl="0">
              <a:lnSpc>
                <a:spcPct val="110000"/>
              </a:lnSpc>
              <a:spcBef>
                <a:spcPts val="700"/>
              </a:spcBef>
              <a:spcAft>
                <a:spcPts val="0"/>
              </a:spcAft>
              <a:buSzPts val="3300"/>
              <a:buFont typeface="Times New Roman"/>
              <a:buChar char="•"/>
            </a:pPr>
            <a:r>
              <a:rPr lang="vi-VN" sz="3300">
                <a:latin typeface="Times New Roman"/>
                <a:ea typeface="Times New Roman"/>
                <a:cs typeface="Times New Roman"/>
                <a:sym typeface="Times New Roman"/>
              </a:rPr>
              <a:t>Cài đặt MongoDB, Pymongo</a:t>
            </a:r>
            <a:endParaRPr sz="3300">
              <a:latin typeface="Times New Roman"/>
              <a:ea typeface="Times New Roman"/>
              <a:cs typeface="Times New Roman"/>
              <a:sym typeface="Times New Roman"/>
            </a:endParaRPr>
          </a:p>
          <a:p>
            <a:pPr marL="800100" lvl="1" indent="-400050" algn="l" rtl="0">
              <a:lnSpc>
                <a:spcPct val="110000"/>
              </a:lnSpc>
              <a:spcBef>
                <a:spcPts val="700"/>
              </a:spcBef>
              <a:spcAft>
                <a:spcPts val="0"/>
              </a:spcAft>
              <a:buSzPts val="3300"/>
              <a:buFont typeface="Times New Roman"/>
              <a:buChar char="•"/>
            </a:pPr>
            <a:r>
              <a:rPr lang="vi-VN" sz="3300">
                <a:latin typeface="Times New Roman"/>
                <a:ea typeface="Times New Roman"/>
                <a:cs typeface="Times New Roman"/>
                <a:sym typeface="Times New Roman"/>
              </a:rPr>
              <a:t>Các câu lệnh cơ bản</a:t>
            </a:r>
            <a:endParaRPr sz="3300">
              <a:latin typeface="Times New Roman"/>
              <a:ea typeface="Times New Roman"/>
              <a:cs typeface="Times New Roman"/>
              <a:sym typeface="Times New Roman"/>
            </a:endParaRPr>
          </a:p>
          <a:p>
            <a:pPr marL="800100" lvl="1" indent="-400050" algn="l" rtl="0">
              <a:lnSpc>
                <a:spcPct val="110000"/>
              </a:lnSpc>
              <a:spcBef>
                <a:spcPts val="700"/>
              </a:spcBef>
              <a:spcAft>
                <a:spcPts val="0"/>
              </a:spcAft>
              <a:buSzPts val="3300"/>
              <a:buFont typeface="Times New Roman"/>
              <a:buChar char="•"/>
            </a:pPr>
            <a:r>
              <a:rPr lang="vi-VN" sz="3300">
                <a:latin typeface="Times New Roman"/>
                <a:ea typeface="Times New Roman"/>
                <a:cs typeface="Times New Roman"/>
                <a:sym typeface="Times New Roman"/>
              </a:rPr>
              <a:t>MapReduce</a:t>
            </a:r>
            <a:endParaRPr sz="3300">
              <a:latin typeface="Times New Roman"/>
              <a:ea typeface="Times New Roman"/>
              <a:cs typeface="Times New Roman"/>
              <a:sym typeface="Times New Roman"/>
            </a:endParaRPr>
          </a:p>
        </p:txBody>
      </p:sp>
      <p:cxnSp>
        <p:nvCxnSpPr>
          <p:cNvPr id="150" name="Google Shape;150;p23"/>
          <p:cNvCxnSpPr/>
          <p:nvPr/>
        </p:nvCxnSpPr>
        <p:spPr>
          <a:xfrm>
            <a:off x="3314700" y="3381596"/>
            <a:ext cx="8686800" cy="0"/>
          </a:xfrm>
          <a:prstGeom prst="straightConnector1">
            <a:avLst/>
          </a:prstGeom>
          <a:noFill/>
          <a:ln w="76200" cap="flat" cmpd="sng">
            <a:solidFill>
              <a:schemeClr val="accent1"/>
            </a:solidFill>
            <a:prstDash val="solid"/>
            <a:round/>
            <a:headEnd type="none" w="sm" len="sm"/>
            <a:tailEnd type="none" w="sm" len="sm"/>
          </a:ln>
        </p:spPr>
      </p:cxnSp>
      <p:pic>
        <p:nvPicPr>
          <p:cNvPr id="151" name="Google Shape;151;p23"/>
          <p:cNvPicPr preferRelativeResize="0"/>
          <p:nvPr/>
        </p:nvPicPr>
        <p:blipFill>
          <a:blip r:embed="rId3">
            <a:alphaModFix/>
          </a:blip>
          <a:stretch>
            <a:fillRect/>
          </a:stretch>
        </p:blipFill>
        <p:spPr>
          <a:xfrm>
            <a:off x="9645450" y="3888775"/>
            <a:ext cx="2546550" cy="2546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animEffect transition="in" filter="fade">
                                      <p:cBhvr>
                                        <p:cTn id="7" dur="500"/>
                                        <p:tgtEl>
                                          <p:spTgt spid="1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9">
                                            <p:txEl>
                                              <p:pRg st="1" end="1"/>
                                            </p:txEl>
                                          </p:spTgt>
                                        </p:tgtEl>
                                        <p:attrNameLst>
                                          <p:attrName>style.visibility</p:attrName>
                                        </p:attrNameLst>
                                      </p:cBhvr>
                                      <p:to>
                                        <p:strVal val="visible"/>
                                      </p:to>
                                    </p:set>
                                    <p:animEffect transition="in" filter="fade">
                                      <p:cBhvr>
                                        <p:cTn id="12" dur="500"/>
                                        <p:tgtEl>
                                          <p:spTgt spid="1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9">
                                            <p:txEl>
                                              <p:pRg st="2" end="2"/>
                                            </p:txEl>
                                          </p:spTgt>
                                        </p:tgtEl>
                                        <p:attrNameLst>
                                          <p:attrName>style.visibility</p:attrName>
                                        </p:attrNameLst>
                                      </p:cBhvr>
                                      <p:to>
                                        <p:strVal val="visible"/>
                                      </p:to>
                                    </p:set>
                                    <p:animEffect transition="in" filter="fade">
                                      <p:cBhvr>
                                        <p:cTn id="17" dur="500"/>
                                        <p:tgtEl>
                                          <p:spTgt spid="1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9">
                                            <p:txEl>
                                              <p:pRg st="3" end="3"/>
                                            </p:txEl>
                                          </p:spTgt>
                                        </p:tgtEl>
                                        <p:attrNameLst>
                                          <p:attrName>style.visibility</p:attrName>
                                        </p:attrNameLst>
                                      </p:cBhvr>
                                      <p:to>
                                        <p:strVal val="visible"/>
                                      </p:to>
                                    </p:set>
                                    <p:animEffect transition="in" filter="fade">
                                      <p:cBhvr>
                                        <p:cTn id="22" dur="500"/>
                                        <p:tgtEl>
                                          <p:spTgt spid="14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idx="4294967295"/>
          </p:nvPr>
        </p:nvSpPr>
        <p:spPr>
          <a:xfrm>
            <a:off x="1122000" y="24957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NoSQL vs SQL</a:t>
            </a:r>
            <a:endParaRPr sz="6000" b="1" cap="none">
              <a:solidFill>
                <a:schemeClr val="dk2"/>
              </a:solidFill>
              <a:latin typeface="Times New Roman"/>
              <a:ea typeface="Times New Roman"/>
              <a:cs typeface="Times New Roman"/>
              <a:sym typeface="Times New Roman"/>
            </a:endParaRPr>
          </a:p>
        </p:txBody>
      </p:sp>
      <p:pic>
        <p:nvPicPr>
          <p:cNvPr id="158" name="Google Shape;158;p24"/>
          <p:cNvPicPr preferRelativeResize="0"/>
          <p:nvPr/>
        </p:nvPicPr>
        <p:blipFill>
          <a:blip r:embed="rId3">
            <a:alphaModFix/>
          </a:blip>
          <a:stretch>
            <a:fillRect/>
          </a:stretch>
        </p:blipFill>
        <p:spPr>
          <a:xfrm>
            <a:off x="2084100" y="1643425"/>
            <a:ext cx="9233525" cy="4073325"/>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Giới thiệu về MongoDB</a:t>
            </a:r>
            <a:endParaRPr sz="6000" b="1" cap="none">
              <a:solidFill>
                <a:schemeClr val="dk2"/>
              </a:solidFill>
              <a:latin typeface="Times New Roman"/>
              <a:ea typeface="Times New Roman"/>
              <a:cs typeface="Times New Roman"/>
              <a:sym typeface="Times New Roman"/>
            </a:endParaRPr>
          </a:p>
        </p:txBody>
      </p:sp>
      <p:sp>
        <p:nvSpPr>
          <p:cNvPr id="165" name="Google Shape;165;p25"/>
          <p:cNvSpPr txBox="1"/>
          <p:nvPr/>
        </p:nvSpPr>
        <p:spPr>
          <a:xfrm>
            <a:off x="798431" y="1005400"/>
            <a:ext cx="11005200" cy="4938000"/>
          </a:xfrm>
          <a:prstGeom prst="rect">
            <a:avLst/>
          </a:prstGeom>
          <a:noFill/>
          <a:ln>
            <a:noFill/>
          </a:ln>
        </p:spPr>
        <p:txBody>
          <a:bodyPr spcFirstLastPara="1" wrap="square" lIns="91425" tIns="45700" rIns="91425" bIns="45700" anchor="t" anchorCtr="0">
            <a:noAutofit/>
          </a:bodyPr>
          <a:lstStyle/>
          <a:p>
            <a:pPr marL="342900" marR="0" lvl="0" indent="-368300" algn="just" rtl="0">
              <a:lnSpc>
                <a:spcPct val="150000"/>
              </a:lnSpc>
              <a:spcBef>
                <a:spcPts val="0"/>
              </a:spcBef>
              <a:spcAft>
                <a:spcPts val="0"/>
              </a:spcAft>
              <a:buClr>
                <a:schemeClr val="dk1"/>
              </a:buClr>
              <a:buSzPts val="2800"/>
              <a:buChar char="•"/>
            </a:pPr>
            <a:r>
              <a:rPr lang="vi-VN" sz="2800" dirty="0">
                <a:solidFill>
                  <a:schemeClr val="dk1"/>
                </a:solidFill>
                <a:latin typeface="Times New Roman"/>
                <a:ea typeface="Times New Roman"/>
                <a:cs typeface="Times New Roman"/>
                <a:sym typeface="Times New Roman"/>
              </a:rPr>
              <a:t>Là một hệ cơ sở dữ liệu NoSQL mã nguồn mở theo kiểu hướng đối tượng.</a:t>
            </a:r>
            <a:endParaRPr sz="2800" dirty="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Char char="•"/>
            </a:pPr>
            <a:r>
              <a:rPr lang="vi-VN" sz="2800" dirty="0">
                <a:solidFill>
                  <a:schemeClr val="dk1"/>
                </a:solidFill>
                <a:latin typeface="Times New Roman"/>
                <a:ea typeface="Times New Roman"/>
                <a:cs typeface="Times New Roman"/>
                <a:sym typeface="Times New Roman"/>
              </a:rPr>
              <a:t>Tương thích với Windows, Linux, OS X, Solaris và hỗ trợ nhiều ngôn ngữ như C/C++, C#, dotNet, Python, PHP, Java, JavaScript, NodeJS,…</a:t>
            </a:r>
            <a:endParaRPr sz="2800" dirty="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Char char="•"/>
            </a:pPr>
            <a:r>
              <a:rPr lang="vi-VN" sz="2800" dirty="0">
                <a:solidFill>
                  <a:schemeClr val="dk1"/>
                </a:solidFill>
                <a:latin typeface="Times New Roman"/>
                <a:ea typeface="Times New Roman"/>
                <a:cs typeface="Times New Roman"/>
                <a:sym typeface="Times New Roman"/>
              </a:rPr>
              <a:t>Được viết bằng C++, sở hữu khả năng tính toán với tốc độ cao.</a:t>
            </a:r>
            <a:endParaRPr sz="2800" dirty="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Char char="•"/>
            </a:pPr>
            <a:r>
              <a:rPr lang="vi-VN" sz="2800" dirty="0">
                <a:solidFill>
                  <a:schemeClr val="dk1"/>
                </a:solidFill>
                <a:latin typeface="Times New Roman"/>
                <a:ea typeface="Times New Roman"/>
                <a:cs typeface="Times New Roman"/>
                <a:sym typeface="Times New Roman"/>
              </a:rPr>
              <a:t>Được ưa chuộng với các hệ thống realtime, vừa có số lượng request lớn và yêu cầu response nhanh.</a:t>
            </a:r>
            <a:endParaRPr sz="2800" dirty="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Char char="•"/>
            </a:pPr>
            <a:r>
              <a:rPr lang="vi-VN" sz="2800" dirty="0">
                <a:solidFill>
                  <a:schemeClr val="dk1"/>
                </a:solidFill>
                <a:latin typeface="Times New Roman"/>
                <a:ea typeface="Times New Roman"/>
                <a:cs typeface="Times New Roman"/>
                <a:sym typeface="Times New Roman"/>
              </a:rPr>
              <a:t>Nhiều hãng lớn sử dụng MongoDB như Google, Adobe, Ebay, Facebook, Cisco,…</a:t>
            </a:r>
            <a:endParaRPr sz="28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5">
                                            <p:txEl>
                                              <p:pRg st="0" end="0"/>
                                            </p:txEl>
                                          </p:spTgt>
                                        </p:tgtEl>
                                        <p:attrNameLst>
                                          <p:attrName>style.visibility</p:attrName>
                                        </p:attrNameLst>
                                      </p:cBhvr>
                                      <p:to>
                                        <p:strVal val="visible"/>
                                      </p:to>
                                    </p:set>
                                    <p:animEffect transition="in" filter="fade">
                                      <p:cBhvr>
                                        <p:cTn id="7" dur="1"/>
                                        <p:tgtEl>
                                          <p:spTgt spid="1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5">
                                            <p:txEl>
                                              <p:pRg st="1" end="1"/>
                                            </p:txEl>
                                          </p:spTgt>
                                        </p:tgtEl>
                                        <p:attrNameLst>
                                          <p:attrName>style.visibility</p:attrName>
                                        </p:attrNameLst>
                                      </p:cBhvr>
                                      <p:to>
                                        <p:strVal val="visible"/>
                                      </p:to>
                                    </p:set>
                                    <p:animEffect transition="in" filter="fade">
                                      <p:cBhvr>
                                        <p:cTn id="12" dur="1"/>
                                        <p:tgtEl>
                                          <p:spTgt spid="1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5">
                                            <p:txEl>
                                              <p:pRg st="2" end="2"/>
                                            </p:txEl>
                                          </p:spTgt>
                                        </p:tgtEl>
                                        <p:attrNameLst>
                                          <p:attrName>style.visibility</p:attrName>
                                        </p:attrNameLst>
                                      </p:cBhvr>
                                      <p:to>
                                        <p:strVal val="visible"/>
                                      </p:to>
                                    </p:set>
                                    <p:animEffect transition="in" filter="fade">
                                      <p:cBhvr>
                                        <p:cTn id="17" dur="1"/>
                                        <p:tgtEl>
                                          <p:spTgt spid="1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5">
                                            <p:txEl>
                                              <p:pRg st="3" end="3"/>
                                            </p:txEl>
                                          </p:spTgt>
                                        </p:tgtEl>
                                        <p:attrNameLst>
                                          <p:attrName>style.visibility</p:attrName>
                                        </p:attrNameLst>
                                      </p:cBhvr>
                                      <p:to>
                                        <p:strVal val="visible"/>
                                      </p:to>
                                    </p:set>
                                    <p:animEffect transition="in" filter="fade">
                                      <p:cBhvr>
                                        <p:cTn id="22" dur="1"/>
                                        <p:tgtEl>
                                          <p:spTgt spid="1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5">
                                            <p:txEl>
                                              <p:pRg st="4" end="4"/>
                                            </p:txEl>
                                          </p:spTgt>
                                        </p:tgtEl>
                                        <p:attrNameLst>
                                          <p:attrName>style.visibility</p:attrName>
                                        </p:attrNameLst>
                                      </p:cBhvr>
                                      <p:to>
                                        <p:strVal val="visible"/>
                                      </p:to>
                                    </p:set>
                                    <p:animEffect transition="in" filter="fade">
                                      <p:cBhvr>
                                        <p:cTn id="27" dur="1"/>
                                        <p:tgtEl>
                                          <p:spTgt spid="16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Các khái niệm</a:t>
            </a:r>
            <a:endParaRPr sz="6000" b="1" cap="none">
              <a:solidFill>
                <a:schemeClr val="dk2"/>
              </a:solidFill>
              <a:latin typeface="Times New Roman"/>
              <a:ea typeface="Times New Roman"/>
              <a:cs typeface="Times New Roman"/>
              <a:sym typeface="Times New Roman"/>
            </a:endParaRPr>
          </a:p>
        </p:txBody>
      </p:sp>
      <p:pic>
        <p:nvPicPr>
          <p:cNvPr id="172" name="Google Shape;172;p26"/>
          <p:cNvPicPr preferRelativeResize="0"/>
          <p:nvPr/>
        </p:nvPicPr>
        <p:blipFill>
          <a:blip r:embed="rId3">
            <a:alphaModFix/>
          </a:blip>
          <a:stretch>
            <a:fillRect/>
          </a:stretch>
        </p:blipFill>
        <p:spPr>
          <a:xfrm>
            <a:off x="2040650" y="1191900"/>
            <a:ext cx="8741302" cy="542925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Cài đặt MongoDB </a:t>
            </a:r>
            <a:endParaRPr sz="6000" b="1" cap="none">
              <a:solidFill>
                <a:schemeClr val="dk2"/>
              </a:solidFill>
              <a:latin typeface="Times New Roman"/>
              <a:ea typeface="Times New Roman"/>
              <a:cs typeface="Times New Roman"/>
              <a:sym typeface="Times New Roman"/>
            </a:endParaRPr>
          </a:p>
        </p:txBody>
      </p:sp>
      <p:sp>
        <p:nvSpPr>
          <p:cNvPr id="179" name="Google Shape;179;p27"/>
          <p:cNvSpPr txBox="1"/>
          <p:nvPr/>
        </p:nvSpPr>
        <p:spPr>
          <a:xfrm>
            <a:off x="1044450" y="1851875"/>
            <a:ext cx="10733700" cy="4233600"/>
          </a:xfrm>
          <a:prstGeom prst="rect">
            <a:avLst/>
          </a:prstGeom>
          <a:noFill/>
          <a:ln>
            <a:noFill/>
          </a:ln>
        </p:spPr>
        <p:txBody>
          <a:bodyPr spcFirstLastPara="1" wrap="square" lIns="91425" tIns="45700" rIns="91425" bIns="45700" anchor="t" anchorCtr="0">
            <a:noAutofit/>
          </a:bodyPr>
          <a:lstStyle/>
          <a:p>
            <a:pPr marL="342900" marR="0" lvl="0" indent="-368300" algn="just" rtl="0">
              <a:lnSpc>
                <a:spcPct val="150000"/>
              </a:lnSpc>
              <a:spcBef>
                <a:spcPts val="0"/>
              </a:spcBef>
              <a:spcAft>
                <a:spcPts val="0"/>
              </a:spcAft>
              <a:buClr>
                <a:schemeClr val="dk1"/>
              </a:buClr>
              <a:buSzPts val="2800"/>
              <a:buChar char="•"/>
            </a:pPr>
            <a:r>
              <a:rPr lang="vi-VN" sz="2800">
                <a:solidFill>
                  <a:schemeClr val="dk1"/>
                </a:solidFill>
                <a:latin typeface="Times New Roman"/>
                <a:ea typeface="Times New Roman"/>
                <a:cs typeface="Times New Roman"/>
                <a:sym typeface="Times New Roman"/>
              </a:rPr>
              <a:t>Bước 1: truy cập vào </a:t>
            </a:r>
            <a:r>
              <a:rPr lang="vi-VN" sz="2800" u="sng">
                <a:solidFill>
                  <a:schemeClr val="hlink"/>
                </a:solidFill>
                <a:latin typeface="Times New Roman"/>
                <a:ea typeface="Times New Roman"/>
                <a:cs typeface="Times New Roman"/>
                <a:sym typeface="Times New Roman"/>
                <a:hlinkClick r:id="rId3"/>
              </a:rPr>
              <a:t>Download Center: Community Server</a:t>
            </a:r>
            <a:r>
              <a:rPr lang="vi-VN"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a:solidFill>
                  <a:schemeClr val="dk1"/>
                </a:solidFill>
                <a:latin typeface="Times New Roman"/>
                <a:ea typeface="Times New Roman"/>
                <a:cs typeface="Times New Roman"/>
                <a:sym typeface="Times New Roman"/>
              </a:rPr>
              <a:t>Bước 2: chọn phiên bản, hệ điều hành và nhấn Download.</a:t>
            </a:r>
            <a:endParaRPr sz="2800">
              <a:solidFill>
                <a:schemeClr val="dk1"/>
              </a:solidFill>
              <a:latin typeface="Times New Roman"/>
              <a:ea typeface="Times New Roman"/>
              <a:cs typeface="Times New Roman"/>
              <a:sym typeface="Times New Roman"/>
            </a:endParaRPr>
          </a:p>
        </p:txBody>
      </p:sp>
      <p:pic>
        <p:nvPicPr>
          <p:cNvPr id="180" name="Google Shape;180;p27"/>
          <p:cNvPicPr preferRelativeResize="0"/>
          <p:nvPr/>
        </p:nvPicPr>
        <p:blipFill rotWithShape="1">
          <a:blip r:embed="rId4">
            <a:alphaModFix/>
          </a:blip>
          <a:srcRect t="-1490" b="1489"/>
          <a:stretch/>
        </p:blipFill>
        <p:spPr>
          <a:xfrm>
            <a:off x="1044462" y="1437013"/>
            <a:ext cx="10426426" cy="50633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animEffect transition="in" filter="fade">
                                      <p:cBhvr>
                                        <p:cTn id="7" dur="1"/>
                                        <p:tgtEl>
                                          <p:spTgt spid="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
                                            <p:txEl>
                                              <p:pRg st="1" end="1"/>
                                            </p:txEl>
                                          </p:spTgt>
                                        </p:tgtEl>
                                        <p:attrNameLst>
                                          <p:attrName>style.visibility</p:attrName>
                                        </p:attrNameLst>
                                      </p:cBhvr>
                                      <p:to>
                                        <p:strVal val="visible"/>
                                      </p:to>
                                    </p:set>
                                    <p:animEffect transition="in" filter="fade">
                                      <p:cBhvr>
                                        <p:cTn id="12" dur="1"/>
                                        <p:tgtEl>
                                          <p:spTgt spid="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8"/>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Cài đặt MongoDB </a:t>
            </a:r>
            <a:endParaRPr sz="6000" b="1" cap="none">
              <a:solidFill>
                <a:schemeClr val="dk2"/>
              </a:solidFill>
              <a:latin typeface="Times New Roman"/>
              <a:ea typeface="Times New Roman"/>
              <a:cs typeface="Times New Roman"/>
              <a:sym typeface="Times New Roman"/>
            </a:endParaRPr>
          </a:p>
        </p:txBody>
      </p:sp>
      <p:sp>
        <p:nvSpPr>
          <p:cNvPr id="187" name="Google Shape;187;p28"/>
          <p:cNvSpPr txBox="1"/>
          <p:nvPr/>
        </p:nvSpPr>
        <p:spPr>
          <a:xfrm>
            <a:off x="1044450" y="1851875"/>
            <a:ext cx="10733700" cy="4233600"/>
          </a:xfrm>
          <a:prstGeom prst="rect">
            <a:avLst/>
          </a:prstGeom>
          <a:noFill/>
          <a:ln>
            <a:noFill/>
          </a:ln>
        </p:spPr>
        <p:txBody>
          <a:bodyPr spcFirstLastPara="1" wrap="square" lIns="91425" tIns="45700" rIns="91425" bIns="45700" anchor="t" anchorCtr="0">
            <a:noAutofit/>
          </a:bodyPr>
          <a:lstStyle/>
          <a:p>
            <a:pPr marL="342900" marR="0" lvl="0" indent="-368300" algn="just" rtl="0">
              <a:lnSpc>
                <a:spcPct val="150000"/>
              </a:lnSpc>
              <a:spcBef>
                <a:spcPts val="0"/>
              </a:spcBef>
              <a:spcAft>
                <a:spcPts val="0"/>
              </a:spcAft>
              <a:buClr>
                <a:schemeClr val="dk1"/>
              </a:buClr>
              <a:buSzPts val="2800"/>
              <a:buChar char="•"/>
            </a:pPr>
            <a:r>
              <a:rPr lang="vi-VN" sz="2800" u="sng">
                <a:solidFill>
                  <a:schemeClr val="dk1"/>
                </a:solidFill>
                <a:latin typeface="Times New Roman"/>
                <a:ea typeface="Times New Roman"/>
                <a:cs typeface="Times New Roman"/>
                <a:sym typeface="Times New Roman"/>
              </a:rPr>
              <a:t>Bước 1</a:t>
            </a:r>
            <a:r>
              <a:rPr lang="vi-VN" sz="2800">
                <a:solidFill>
                  <a:schemeClr val="dk1"/>
                </a:solidFill>
                <a:latin typeface="Times New Roman"/>
                <a:ea typeface="Times New Roman"/>
                <a:cs typeface="Times New Roman"/>
                <a:sym typeface="Times New Roman"/>
              </a:rPr>
              <a:t>: truy cập vào </a:t>
            </a:r>
            <a:r>
              <a:rPr lang="vi-VN" sz="2800" u="sng">
                <a:solidFill>
                  <a:schemeClr val="hlink"/>
                </a:solidFill>
                <a:latin typeface="Times New Roman"/>
                <a:ea typeface="Times New Roman"/>
                <a:cs typeface="Times New Roman"/>
                <a:sym typeface="Times New Roman"/>
                <a:hlinkClick r:id="rId3"/>
              </a:rPr>
              <a:t>Download Center: Community Server</a:t>
            </a:r>
            <a:r>
              <a:rPr lang="vi-VN"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2</a:t>
            </a:r>
            <a:r>
              <a:rPr lang="vi-VN" sz="2800">
                <a:solidFill>
                  <a:schemeClr val="dk1"/>
                </a:solidFill>
                <a:latin typeface="Times New Roman"/>
                <a:ea typeface="Times New Roman"/>
                <a:cs typeface="Times New Roman"/>
                <a:sym typeface="Times New Roman"/>
              </a:rPr>
              <a:t>: chọn phiên bản, hệ điều hành và nhấn Download.</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3</a:t>
            </a:r>
            <a:r>
              <a:rPr lang="vi-VN" sz="2800">
                <a:solidFill>
                  <a:schemeClr val="dk1"/>
                </a:solidFill>
                <a:latin typeface="Times New Roman"/>
                <a:ea typeface="Times New Roman"/>
                <a:cs typeface="Times New Roman"/>
                <a:sym typeface="Times New Roman"/>
              </a:rPr>
              <a:t>: mở file vừa tải về và cài đặt theo hình.</a:t>
            </a:r>
            <a:endParaRPr sz="28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Cài đặt MongoDB </a:t>
            </a:r>
            <a:endParaRPr sz="6000" b="1" cap="none">
              <a:solidFill>
                <a:schemeClr val="dk2"/>
              </a:solidFill>
              <a:latin typeface="Times New Roman"/>
              <a:ea typeface="Times New Roman"/>
              <a:cs typeface="Times New Roman"/>
              <a:sym typeface="Times New Roman"/>
            </a:endParaRPr>
          </a:p>
        </p:txBody>
      </p:sp>
      <p:pic>
        <p:nvPicPr>
          <p:cNvPr id="194" name="Google Shape;194;p29"/>
          <p:cNvPicPr preferRelativeResize="0"/>
          <p:nvPr/>
        </p:nvPicPr>
        <p:blipFill>
          <a:blip r:embed="rId3">
            <a:alphaModFix/>
          </a:blip>
          <a:stretch>
            <a:fillRect/>
          </a:stretch>
        </p:blipFill>
        <p:spPr>
          <a:xfrm>
            <a:off x="1180000" y="1851876"/>
            <a:ext cx="5117291" cy="4014600"/>
          </a:xfrm>
          <a:prstGeom prst="rect">
            <a:avLst/>
          </a:prstGeom>
          <a:noFill/>
          <a:ln>
            <a:noFill/>
          </a:ln>
        </p:spPr>
      </p:pic>
      <p:pic>
        <p:nvPicPr>
          <p:cNvPr id="195" name="Google Shape;195;p29"/>
          <p:cNvPicPr preferRelativeResize="0"/>
          <p:nvPr/>
        </p:nvPicPr>
        <p:blipFill>
          <a:blip r:embed="rId4">
            <a:alphaModFix/>
          </a:blip>
          <a:stretch>
            <a:fillRect/>
          </a:stretch>
        </p:blipFill>
        <p:spPr>
          <a:xfrm>
            <a:off x="6544225" y="1892425"/>
            <a:ext cx="5117300" cy="400888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Cài đặt MongoDB </a:t>
            </a:r>
            <a:endParaRPr sz="6000" b="1" cap="none">
              <a:solidFill>
                <a:schemeClr val="dk2"/>
              </a:solidFill>
              <a:latin typeface="Times New Roman"/>
              <a:ea typeface="Times New Roman"/>
              <a:cs typeface="Times New Roman"/>
              <a:sym typeface="Times New Roman"/>
            </a:endParaRPr>
          </a:p>
        </p:txBody>
      </p:sp>
      <p:pic>
        <p:nvPicPr>
          <p:cNvPr id="202" name="Google Shape;202;p30"/>
          <p:cNvPicPr preferRelativeResize="0"/>
          <p:nvPr/>
        </p:nvPicPr>
        <p:blipFill>
          <a:blip r:embed="rId3">
            <a:alphaModFix/>
          </a:blip>
          <a:stretch>
            <a:fillRect/>
          </a:stretch>
        </p:blipFill>
        <p:spPr>
          <a:xfrm>
            <a:off x="868750" y="1666549"/>
            <a:ext cx="5558300" cy="4359225"/>
          </a:xfrm>
          <a:prstGeom prst="rect">
            <a:avLst/>
          </a:prstGeom>
          <a:noFill/>
          <a:ln>
            <a:noFill/>
          </a:ln>
        </p:spPr>
      </p:pic>
      <p:pic>
        <p:nvPicPr>
          <p:cNvPr id="203" name="Google Shape;203;p30"/>
          <p:cNvPicPr preferRelativeResize="0"/>
          <p:nvPr/>
        </p:nvPicPr>
        <p:blipFill>
          <a:blip r:embed="rId4">
            <a:alphaModFix/>
          </a:blip>
          <a:stretch>
            <a:fillRect/>
          </a:stretch>
        </p:blipFill>
        <p:spPr>
          <a:xfrm>
            <a:off x="6427050" y="1666552"/>
            <a:ext cx="5557718" cy="4359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Cài đặt MongoDB </a:t>
            </a:r>
            <a:endParaRPr sz="6000" b="1" cap="none">
              <a:solidFill>
                <a:schemeClr val="dk2"/>
              </a:solidFill>
              <a:latin typeface="Times New Roman"/>
              <a:ea typeface="Times New Roman"/>
              <a:cs typeface="Times New Roman"/>
              <a:sym typeface="Times New Roman"/>
            </a:endParaRPr>
          </a:p>
        </p:txBody>
      </p:sp>
      <p:pic>
        <p:nvPicPr>
          <p:cNvPr id="210" name="Google Shape;210;p31"/>
          <p:cNvPicPr preferRelativeResize="0"/>
          <p:nvPr/>
        </p:nvPicPr>
        <p:blipFill>
          <a:blip r:embed="rId3">
            <a:alphaModFix/>
          </a:blip>
          <a:stretch>
            <a:fillRect/>
          </a:stretch>
        </p:blipFill>
        <p:spPr>
          <a:xfrm>
            <a:off x="1257300" y="1779725"/>
            <a:ext cx="5181925" cy="4063450"/>
          </a:xfrm>
          <a:prstGeom prst="rect">
            <a:avLst/>
          </a:prstGeom>
          <a:noFill/>
          <a:ln>
            <a:noFill/>
          </a:ln>
        </p:spPr>
      </p:pic>
      <p:pic>
        <p:nvPicPr>
          <p:cNvPr id="211" name="Google Shape;211;p31"/>
          <p:cNvPicPr preferRelativeResize="0"/>
          <p:nvPr/>
        </p:nvPicPr>
        <p:blipFill>
          <a:blip r:embed="rId4">
            <a:alphaModFix/>
          </a:blip>
          <a:stretch>
            <a:fillRect/>
          </a:stretch>
        </p:blipFill>
        <p:spPr>
          <a:xfrm>
            <a:off x="6533550" y="1779725"/>
            <a:ext cx="5181925" cy="406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2"/>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rgbClr val="000000"/>
              </a:buClr>
              <a:buFont typeface="Arial"/>
              <a:buNone/>
            </a:pPr>
            <a:r>
              <a:rPr lang="vi-VN" sz="6000" b="1">
                <a:solidFill>
                  <a:schemeClr val="dk2"/>
                </a:solidFill>
                <a:latin typeface="Times New Roman"/>
                <a:ea typeface="Times New Roman"/>
                <a:cs typeface="Times New Roman"/>
                <a:sym typeface="Times New Roman"/>
              </a:rPr>
              <a:t>Cài đặt MongoDB </a:t>
            </a:r>
            <a:endParaRPr sz="6000" b="1" cap="none">
              <a:solidFill>
                <a:schemeClr val="dk2"/>
              </a:solidFill>
              <a:latin typeface="Times New Roman"/>
              <a:ea typeface="Times New Roman"/>
              <a:cs typeface="Times New Roman"/>
              <a:sym typeface="Times New Roman"/>
            </a:endParaRPr>
          </a:p>
        </p:txBody>
      </p:sp>
      <p:pic>
        <p:nvPicPr>
          <p:cNvPr id="218" name="Google Shape;218;p32"/>
          <p:cNvPicPr preferRelativeResize="0"/>
          <p:nvPr/>
        </p:nvPicPr>
        <p:blipFill>
          <a:blip r:embed="rId3">
            <a:alphaModFix/>
          </a:blip>
          <a:stretch>
            <a:fillRect/>
          </a:stretch>
        </p:blipFill>
        <p:spPr>
          <a:xfrm>
            <a:off x="3695896" y="1318325"/>
            <a:ext cx="5849804" cy="4587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3"/>
          <p:cNvSpPr txBox="1"/>
          <p:nvPr/>
        </p:nvSpPr>
        <p:spPr>
          <a:xfrm>
            <a:off x="1251675" y="1811625"/>
            <a:ext cx="10199400" cy="4463700"/>
          </a:xfrm>
          <a:prstGeom prst="rect">
            <a:avLst/>
          </a:prstGeom>
          <a:noFill/>
          <a:ln>
            <a:noFill/>
          </a:ln>
        </p:spPr>
        <p:txBody>
          <a:bodyPr spcFirstLastPara="1" wrap="square" lIns="91425" tIns="45700" rIns="91425" bIns="45700" anchor="t" anchorCtr="0">
            <a:noAutofit/>
          </a:bodyPr>
          <a:lstStyle/>
          <a:p>
            <a:pPr marL="457200" marR="0" lvl="0" indent="-406400" algn="l" rtl="0">
              <a:lnSpc>
                <a:spcPct val="150000"/>
              </a:lnSpc>
              <a:spcBef>
                <a:spcPts val="0"/>
              </a:spcBef>
              <a:spcAft>
                <a:spcPts val="0"/>
              </a:spcAft>
              <a:buClr>
                <a:schemeClr val="dk1"/>
              </a:buClr>
              <a:buSzPts val="2800"/>
              <a:buFont typeface="Times New Roman"/>
              <a:buChar char="●"/>
            </a:pPr>
            <a:r>
              <a:rPr lang="vi-VN" sz="2800">
                <a:solidFill>
                  <a:schemeClr val="dk1"/>
                </a:solidFill>
                <a:latin typeface="Times New Roman"/>
                <a:ea typeface="Times New Roman"/>
                <a:cs typeface="Times New Roman"/>
                <a:sym typeface="Times New Roman"/>
              </a:rPr>
              <a:t>PyMongo là một bản phân phối Python chứa các công cụ để làm việc với MongoDB và là cách được đề xuất để làm việc với MongoDB từ Python.</a:t>
            </a:r>
            <a:endParaRPr sz="2800">
              <a:solidFill>
                <a:schemeClr val="dk1"/>
              </a:solidFill>
              <a:latin typeface="Times New Roman"/>
              <a:ea typeface="Times New Roman"/>
              <a:cs typeface="Times New Roman"/>
              <a:sym typeface="Times New Roman"/>
            </a:endParaRPr>
          </a:p>
          <a:p>
            <a:pPr marL="457200" marR="0" lvl="0" indent="-406400" algn="l" rtl="0">
              <a:lnSpc>
                <a:spcPct val="150000"/>
              </a:lnSpc>
              <a:spcBef>
                <a:spcPts val="0"/>
              </a:spcBef>
              <a:spcAft>
                <a:spcPts val="0"/>
              </a:spcAft>
              <a:buSzPts val="2800"/>
              <a:buFont typeface="Times New Roman"/>
              <a:buChar char="●"/>
            </a:pPr>
            <a:r>
              <a:rPr lang="vi-VN" sz="2800">
                <a:solidFill>
                  <a:schemeClr val="dk1"/>
                </a:solidFill>
                <a:latin typeface="Times New Roman"/>
                <a:ea typeface="Times New Roman"/>
                <a:cs typeface="Times New Roman"/>
                <a:sym typeface="Times New Roman"/>
              </a:rPr>
              <a:t>Tài liệu tìm hiểu thêm: </a:t>
            </a:r>
            <a:r>
              <a:rPr lang="vi-VN" sz="2800" u="sng">
                <a:solidFill>
                  <a:schemeClr val="hlink"/>
                </a:solidFill>
                <a:latin typeface="Times New Roman"/>
                <a:ea typeface="Times New Roman"/>
                <a:cs typeface="Times New Roman"/>
                <a:sym typeface="Times New Roman"/>
                <a:hlinkClick r:id="rId3"/>
              </a:rPr>
              <a:t>https://pymongo.readthedocs.io/en/stable/index.html?fbclid=IwAR3-EbEQuK4e-Qxm8h86PKg50P1T9gXECiZ1poFp0WgLbiSnsE9RnBCsv-s</a:t>
            </a:r>
            <a:endParaRPr sz="2800">
              <a:solidFill>
                <a:schemeClr val="dk1"/>
              </a:solidFill>
              <a:latin typeface="Times New Roman"/>
              <a:ea typeface="Times New Roman"/>
              <a:cs typeface="Times New Roman"/>
              <a:sym typeface="Times New Roman"/>
            </a:endParaRPr>
          </a:p>
        </p:txBody>
      </p:sp>
      <p:sp>
        <p:nvSpPr>
          <p:cNvPr id="224" name="Google Shape;224;p33"/>
          <p:cNvSpPr txBox="1"/>
          <p:nvPr/>
        </p:nvSpPr>
        <p:spPr>
          <a:xfrm>
            <a:off x="1251679" y="404509"/>
            <a:ext cx="10308132" cy="1640894"/>
          </a:xfrm>
          <a:prstGeom prst="rect">
            <a:avLst/>
          </a:prstGeom>
          <a:noFill/>
          <a:ln>
            <a:noFill/>
          </a:ln>
        </p:spPr>
        <p:txBody>
          <a:bodyPr spcFirstLastPara="1" wrap="square" lIns="91425" tIns="45700" rIns="91425" bIns="45700" anchor="t" anchorCtr="0">
            <a:noAutofit/>
          </a:bodyPr>
          <a:lstStyle/>
          <a:p>
            <a:pPr marL="457200" marR="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PyMongo</a:t>
            </a:r>
            <a:endParaRPr sz="6000" b="1"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4"/>
          <p:cNvSpPr txBox="1"/>
          <p:nvPr/>
        </p:nvSpPr>
        <p:spPr>
          <a:xfrm>
            <a:off x="1306028" y="2152076"/>
            <a:ext cx="10199400" cy="3940800"/>
          </a:xfrm>
          <a:prstGeom prst="rect">
            <a:avLst/>
          </a:prstGeom>
          <a:noFill/>
          <a:ln>
            <a:noFill/>
          </a:ln>
        </p:spPr>
        <p:txBody>
          <a:bodyPr spcFirstLastPara="1" wrap="square" lIns="91425" tIns="45700" rIns="91425" bIns="45700" anchor="t" anchorCtr="0">
            <a:noAutofit/>
          </a:bodyPr>
          <a:lstStyle/>
          <a:p>
            <a:pPr marL="457200" marR="0" lvl="0" indent="-406400" algn="l" rtl="0">
              <a:lnSpc>
                <a:spcPct val="150000"/>
              </a:lnSpc>
              <a:spcBef>
                <a:spcPts val="0"/>
              </a:spcBef>
              <a:spcAft>
                <a:spcPts val="0"/>
              </a:spcAft>
              <a:buSzPts val="2800"/>
              <a:buFont typeface="Times New Roman"/>
              <a:buChar char="●"/>
            </a:pPr>
            <a:r>
              <a:rPr lang="vi-VN" sz="2800" u="sng">
                <a:latin typeface="Times New Roman"/>
                <a:ea typeface="Times New Roman"/>
                <a:cs typeface="Times New Roman"/>
                <a:sym typeface="Times New Roman"/>
              </a:rPr>
              <a:t>Bước 1</a:t>
            </a:r>
            <a:r>
              <a:rPr lang="vi-VN" sz="2800">
                <a:latin typeface="Times New Roman"/>
                <a:ea typeface="Times New Roman"/>
                <a:cs typeface="Times New Roman"/>
                <a:sym typeface="Times New Roman"/>
              </a:rPr>
              <a:t>: truy cập vào </a:t>
            </a:r>
            <a:r>
              <a:rPr lang="vi-VN" sz="2800" u="sng">
                <a:solidFill>
                  <a:schemeClr val="hlink"/>
                </a:solidFill>
                <a:latin typeface="Times New Roman"/>
                <a:ea typeface="Times New Roman"/>
                <a:cs typeface="Times New Roman"/>
                <a:sym typeface="Times New Roman"/>
                <a:hlinkClick r:id="rId3"/>
              </a:rPr>
              <a:t>đây</a:t>
            </a:r>
            <a:r>
              <a:rPr lang="vi-VN" sz="2800">
                <a:latin typeface="Times New Roman"/>
                <a:ea typeface="Times New Roman"/>
                <a:cs typeface="Times New Roman"/>
                <a:sym typeface="Times New Roman"/>
              </a:rPr>
              <a:t> để tải. Sau khi tải xong bạn mở file và next đến khi thấy Advance installation Option thì tick hết.</a:t>
            </a:r>
            <a:endParaRPr sz="2800">
              <a:latin typeface="Times New Roman"/>
              <a:ea typeface="Times New Roman"/>
              <a:cs typeface="Times New Roman"/>
              <a:sym typeface="Times New Roman"/>
            </a:endParaRPr>
          </a:p>
          <a:p>
            <a:pPr marL="457200" marR="0" lvl="0" indent="-406400" algn="l" rtl="0">
              <a:lnSpc>
                <a:spcPct val="150000"/>
              </a:lnSpc>
              <a:spcBef>
                <a:spcPts val="0"/>
              </a:spcBef>
              <a:spcAft>
                <a:spcPts val="0"/>
              </a:spcAft>
              <a:buSzPts val="2800"/>
              <a:buChar char="●"/>
            </a:pPr>
            <a:r>
              <a:rPr lang="vi-VN" sz="2800" u="sng">
                <a:latin typeface="Times New Roman"/>
                <a:ea typeface="Times New Roman"/>
                <a:cs typeface="Times New Roman"/>
                <a:sym typeface="Times New Roman"/>
              </a:rPr>
              <a:t>Bước 2</a:t>
            </a:r>
            <a:r>
              <a:rPr lang="vi-VN" sz="2800">
                <a:latin typeface="Times New Roman"/>
                <a:ea typeface="Times New Roman"/>
                <a:cs typeface="Times New Roman"/>
                <a:sym typeface="Times New Roman"/>
              </a:rPr>
              <a:t>: Dùng anaconda prompt để tải pymongo về máy theo câu lệnh sau: “</a:t>
            </a:r>
            <a:r>
              <a:rPr lang="vi-VN" sz="2800" b="1">
                <a:solidFill>
                  <a:srgbClr val="FF0000"/>
                </a:solidFill>
                <a:latin typeface="Times New Roman"/>
                <a:ea typeface="Times New Roman"/>
                <a:cs typeface="Times New Roman"/>
                <a:sym typeface="Times New Roman"/>
              </a:rPr>
              <a:t>conda install pymongo</a:t>
            </a:r>
            <a:r>
              <a:rPr lang="vi-VN"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marL="457200" marR="0" lvl="0" indent="-406400" algn="l" rtl="0">
              <a:lnSpc>
                <a:spcPct val="150000"/>
              </a:lnSpc>
              <a:spcBef>
                <a:spcPts val="0"/>
              </a:spcBef>
              <a:spcAft>
                <a:spcPts val="0"/>
              </a:spcAft>
              <a:buSzPts val="2800"/>
              <a:buFont typeface="Times New Roman"/>
              <a:buChar char="●"/>
            </a:pPr>
            <a:r>
              <a:rPr lang="vi-VN" sz="2800" u="sng">
                <a:latin typeface="Times New Roman"/>
                <a:ea typeface="Times New Roman"/>
                <a:cs typeface="Times New Roman"/>
                <a:sym typeface="Times New Roman"/>
              </a:rPr>
              <a:t>Bước 3</a:t>
            </a:r>
            <a:r>
              <a:rPr lang="vi-VN" sz="2800">
                <a:latin typeface="Times New Roman"/>
                <a:ea typeface="Times New Roman"/>
                <a:cs typeface="Times New Roman"/>
                <a:sym typeface="Times New Roman"/>
              </a:rPr>
              <a:t>: Vào Anaconda Navigator rồi chọn Jupyter notebook.</a:t>
            </a:r>
            <a:endParaRPr sz="2800">
              <a:latin typeface="Times New Roman"/>
              <a:ea typeface="Times New Roman"/>
              <a:cs typeface="Times New Roman"/>
              <a:sym typeface="Times New Roman"/>
            </a:endParaRPr>
          </a:p>
          <a:p>
            <a:pPr marL="457200" marR="0" lvl="0" indent="0" algn="l" rtl="0">
              <a:spcBef>
                <a:spcPts val="0"/>
              </a:spcBef>
              <a:spcAft>
                <a:spcPts val="0"/>
              </a:spcAft>
              <a:buNone/>
            </a:pPr>
            <a:endParaRPr sz="2800"/>
          </a:p>
          <a:p>
            <a:pPr marL="0" marR="0" lvl="0" indent="0" algn="l" rtl="0">
              <a:spcBef>
                <a:spcPts val="0"/>
              </a:spcBef>
              <a:spcAft>
                <a:spcPts val="0"/>
              </a:spcAft>
              <a:buNone/>
            </a:pPr>
            <a:endParaRPr sz="2800"/>
          </a:p>
          <a:p>
            <a:pPr marL="0" marR="0" lvl="0" indent="0" algn="l" rtl="0">
              <a:spcBef>
                <a:spcPts val="0"/>
              </a:spcBef>
              <a:spcAft>
                <a:spcPts val="0"/>
              </a:spcAft>
              <a:buNone/>
            </a:pPr>
            <a:endParaRPr sz="1200">
              <a:solidFill>
                <a:srgbClr val="3D3D3D"/>
              </a:solidFill>
              <a:highlight>
                <a:srgbClr val="FFFFFF"/>
              </a:highlight>
              <a:latin typeface="Roboto"/>
              <a:ea typeface="Roboto"/>
              <a:cs typeface="Roboto"/>
              <a:sym typeface="Roboto"/>
            </a:endParaRPr>
          </a:p>
        </p:txBody>
      </p:sp>
      <p:sp>
        <p:nvSpPr>
          <p:cNvPr id="231" name="Google Shape;231;p34"/>
          <p:cNvSpPr txBox="1"/>
          <p:nvPr/>
        </p:nvSpPr>
        <p:spPr>
          <a:xfrm>
            <a:off x="1251679" y="404509"/>
            <a:ext cx="10308000" cy="164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chemeClr val="dk1"/>
              </a:buClr>
              <a:buFont typeface="Arial"/>
              <a:buNone/>
            </a:pPr>
            <a:r>
              <a:rPr lang="vi-VN" sz="5265" b="1">
                <a:solidFill>
                  <a:schemeClr val="dk2"/>
                </a:solidFill>
                <a:latin typeface="Times New Roman"/>
                <a:ea typeface="Times New Roman"/>
                <a:cs typeface="Times New Roman"/>
                <a:sym typeface="Times New Roman"/>
              </a:rPr>
              <a:t>Cài đặt PyMongo bằng Anaconda</a:t>
            </a:r>
            <a:endParaRPr sz="5265" b="1"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5"/>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chemeClr val="dk1"/>
              </a:buClr>
              <a:buFont typeface="Arial"/>
              <a:buNone/>
            </a:pPr>
            <a:r>
              <a:rPr lang="vi-VN" sz="5265" b="1">
                <a:solidFill>
                  <a:schemeClr val="dk2"/>
                </a:solidFill>
                <a:latin typeface="Times New Roman"/>
                <a:ea typeface="Times New Roman"/>
                <a:cs typeface="Times New Roman"/>
                <a:sym typeface="Times New Roman"/>
              </a:rPr>
              <a:t>Cài đặt PyMongo bằng Anaconda</a:t>
            </a:r>
            <a:endParaRPr sz="6000" b="1" cap="none">
              <a:solidFill>
                <a:schemeClr val="dk2"/>
              </a:solidFill>
              <a:latin typeface="Times New Roman"/>
              <a:ea typeface="Times New Roman"/>
              <a:cs typeface="Times New Roman"/>
              <a:sym typeface="Times New Roman"/>
            </a:endParaRPr>
          </a:p>
        </p:txBody>
      </p:sp>
      <p:pic>
        <p:nvPicPr>
          <p:cNvPr id="238" name="Google Shape;238;p35"/>
          <p:cNvPicPr preferRelativeResize="0"/>
          <p:nvPr/>
        </p:nvPicPr>
        <p:blipFill>
          <a:blip r:embed="rId3">
            <a:alphaModFix/>
          </a:blip>
          <a:stretch>
            <a:fillRect/>
          </a:stretch>
        </p:blipFill>
        <p:spPr>
          <a:xfrm>
            <a:off x="3114275" y="1465675"/>
            <a:ext cx="5963449" cy="4654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6"/>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chemeClr val="dk1"/>
              </a:buClr>
              <a:buFont typeface="Arial"/>
              <a:buNone/>
            </a:pPr>
            <a:r>
              <a:rPr lang="vi-VN" sz="5265" b="1">
                <a:solidFill>
                  <a:schemeClr val="dk2"/>
                </a:solidFill>
                <a:latin typeface="Times New Roman"/>
                <a:ea typeface="Times New Roman"/>
                <a:cs typeface="Times New Roman"/>
                <a:sym typeface="Times New Roman"/>
              </a:rPr>
              <a:t>Cài đặt PyMongo bằng Anaconda</a:t>
            </a:r>
            <a:endParaRPr sz="6000" b="1" cap="none">
              <a:solidFill>
                <a:schemeClr val="dk2"/>
              </a:solidFill>
              <a:latin typeface="Times New Roman"/>
              <a:ea typeface="Times New Roman"/>
              <a:cs typeface="Times New Roman"/>
              <a:sym typeface="Times New Roman"/>
            </a:endParaRPr>
          </a:p>
        </p:txBody>
      </p:sp>
      <p:pic>
        <p:nvPicPr>
          <p:cNvPr id="245" name="Google Shape;245;p36"/>
          <p:cNvPicPr preferRelativeResize="0"/>
          <p:nvPr/>
        </p:nvPicPr>
        <p:blipFill>
          <a:blip r:embed="rId3">
            <a:alphaModFix/>
          </a:blip>
          <a:stretch>
            <a:fillRect/>
          </a:stretch>
        </p:blipFill>
        <p:spPr>
          <a:xfrm>
            <a:off x="2147025" y="1318323"/>
            <a:ext cx="8755999" cy="4981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7"/>
          <p:cNvSpPr txBox="1">
            <a:spLocks noGrp="1"/>
          </p:cNvSpPr>
          <p:nvPr>
            <p:ph type="title" idx="4294967295"/>
          </p:nvPr>
        </p:nvSpPr>
        <p:spPr>
          <a:xfrm>
            <a:off x="1257300" y="259028"/>
            <a:ext cx="10308000" cy="10593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chemeClr val="dk1"/>
              </a:buClr>
              <a:buFont typeface="Arial"/>
              <a:buNone/>
            </a:pPr>
            <a:r>
              <a:rPr lang="vi-VN" sz="5265" b="1">
                <a:solidFill>
                  <a:schemeClr val="dk2"/>
                </a:solidFill>
                <a:latin typeface="Times New Roman"/>
                <a:ea typeface="Times New Roman"/>
                <a:cs typeface="Times New Roman"/>
                <a:sym typeface="Times New Roman"/>
              </a:rPr>
              <a:t>Sử dụng Jupyter Notebook</a:t>
            </a:r>
            <a:endParaRPr sz="6000" b="1" cap="none">
              <a:solidFill>
                <a:schemeClr val="dk2"/>
              </a:solidFill>
              <a:latin typeface="Times New Roman"/>
              <a:ea typeface="Times New Roman"/>
              <a:cs typeface="Times New Roman"/>
              <a:sym typeface="Times New Roman"/>
            </a:endParaRPr>
          </a:p>
        </p:txBody>
      </p:sp>
      <p:pic>
        <p:nvPicPr>
          <p:cNvPr id="252" name="Google Shape;252;p37"/>
          <p:cNvPicPr preferRelativeResize="0"/>
          <p:nvPr/>
        </p:nvPicPr>
        <p:blipFill>
          <a:blip r:embed="rId3">
            <a:alphaModFix/>
          </a:blip>
          <a:stretch>
            <a:fillRect/>
          </a:stretch>
        </p:blipFill>
        <p:spPr>
          <a:xfrm>
            <a:off x="1487151" y="1169250"/>
            <a:ext cx="9848290" cy="55396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8"/>
          <p:cNvSpPr txBox="1">
            <a:spLocks noGrp="1"/>
          </p:cNvSpPr>
          <p:nvPr>
            <p:ph type="title" idx="4294967295"/>
          </p:nvPr>
        </p:nvSpPr>
        <p:spPr>
          <a:xfrm>
            <a:off x="1251679" y="404509"/>
            <a:ext cx="10308132" cy="1640894"/>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Các câu lệnh cơ bản</a:t>
            </a:r>
            <a:endParaRPr sz="6000" b="1" cap="none">
              <a:solidFill>
                <a:schemeClr val="dk2"/>
              </a:solidFill>
              <a:latin typeface="Times New Roman"/>
              <a:ea typeface="Times New Roman"/>
              <a:cs typeface="Times New Roman"/>
              <a:sym typeface="Times New Roman"/>
            </a:endParaRPr>
          </a:p>
        </p:txBody>
      </p:sp>
      <p:pic>
        <p:nvPicPr>
          <p:cNvPr id="259" name="Google Shape;259;p38"/>
          <p:cNvPicPr preferRelativeResize="0"/>
          <p:nvPr/>
        </p:nvPicPr>
        <p:blipFill>
          <a:blip r:embed="rId3">
            <a:alphaModFix/>
          </a:blip>
          <a:stretch>
            <a:fillRect/>
          </a:stretch>
        </p:blipFill>
        <p:spPr>
          <a:xfrm>
            <a:off x="1920375" y="1865299"/>
            <a:ext cx="8970726" cy="3775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9"/>
          <p:cNvSpPr txBox="1">
            <a:spLocks noGrp="1"/>
          </p:cNvSpPr>
          <p:nvPr>
            <p:ph type="title" idx="4294967295"/>
          </p:nvPr>
        </p:nvSpPr>
        <p:spPr>
          <a:xfrm>
            <a:off x="1257300" y="284427"/>
            <a:ext cx="10308000" cy="12762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Clr>
                <a:schemeClr val="dk1"/>
              </a:buClr>
              <a:buFont typeface="Arial"/>
              <a:buNone/>
            </a:pPr>
            <a:r>
              <a:rPr lang="vi-VN" sz="6000" b="1">
                <a:solidFill>
                  <a:schemeClr val="dk2"/>
                </a:solidFill>
                <a:latin typeface="Times New Roman"/>
                <a:ea typeface="Times New Roman"/>
                <a:cs typeface="Times New Roman"/>
                <a:sym typeface="Times New Roman"/>
              </a:rPr>
              <a:t>Các câu lệnh cơ bản</a:t>
            </a:r>
            <a:endParaRPr sz="6000" b="1" cap="none">
              <a:solidFill>
                <a:schemeClr val="dk2"/>
              </a:solidFill>
              <a:latin typeface="Times New Roman"/>
              <a:ea typeface="Times New Roman"/>
              <a:cs typeface="Times New Roman"/>
              <a:sym typeface="Times New Roman"/>
            </a:endParaRPr>
          </a:p>
        </p:txBody>
      </p:sp>
      <p:pic>
        <p:nvPicPr>
          <p:cNvPr id="266" name="Google Shape;266;p39"/>
          <p:cNvPicPr preferRelativeResize="0"/>
          <p:nvPr/>
        </p:nvPicPr>
        <p:blipFill>
          <a:blip r:embed="rId3">
            <a:alphaModFix/>
          </a:blip>
          <a:stretch>
            <a:fillRect/>
          </a:stretch>
        </p:blipFill>
        <p:spPr>
          <a:xfrm>
            <a:off x="1081125" y="1248150"/>
            <a:ext cx="4502876" cy="5321575"/>
          </a:xfrm>
          <a:prstGeom prst="rect">
            <a:avLst/>
          </a:prstGeom>
          <a:noFill/>
          <a:ln>
            <a:noFill/>
          </a:ln>
        </p:spPr>
      </p:pic>
      <p:sp>
        <p:nvSpPr>
          <p:cNvPr id="267" name="Google Shape;267;p39"/>
          <p:cNvSpPr/>
          <p:nvPr/>
        </p:nvSpPr>
        <p:spPr>
          <a:xfrm>
            <a:off x="5761863" y="3781375"/>
            <a:ext cx="1301100" cy="650700"/>
          </a:xfrm>
          <a:prstGeom prst="rightArrow">
            <a:avLst>
              <a:gd name="adj1" fmla="val 50000"/>
              <a:gd name="adj2" fmla="val 50000"/>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8" name="Google Shape;268;p39"/>
          <p:cNvPicPr preferRelativeResize="0"/>
          <p:nvPr/>
        </p:nvPicPr>
        <p:blipFill>
          <a:blip r:embed="rId4">
            <a:alphaModFix/>
          </a:blip>
          <a:stretch>
            <a:fillRect/>
          </a:stretch>
        </p:blipFill>
        <p:spPr>
          <a:xfrm>
            <a:off x="7215363" y="1713027"/>
            <a:ext cx="3095625" cy="3971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0"/>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Các câu lệnh cơ bản</a:t>
            </a:r>
            <a:endParaRPr sz="6000" b="1" cap="none">
              <a:solidFill>
                <a:schemeClr val="dk2"/>
              </a:solidFill>
              <a:latin typeface="Times New Roman"/>
              <a:ea typeface="Times New Roman"/>
              <a:cs typeface="Times New Roman"/>
              <a:sym typeface="Times New Roman"/>
            </a:endParaRPr>
          </a:p>
        </p:txBody>
      </p:sp>
      <p:pic>
        <p:nvPicPr>
          <p:cNvPr id="275" name="Google Shape;275;p40"/>
          <p:cNvPicPr preferRelativeResize="0"/>
          <p:nvPr/>
        </p:nvPicPr>
        <p:blipFill>
          <a:blip r:embed="rId3">
            <a:alphaModFix/>
          </a:blip>
          <a:stretch>
            <a:fillRect/>
          </a:stretch>
        </p:blipFill>
        <p:spPr>
          <a:xfrm>
            <a:off x="3157525" y="1462684"/>
            <a:ext cx="5876925" cy="1447800"/>
          </a:xfrm>
          <a:prstGeom prst="rect">
            <a:avLst/>
          </a:prstGeom>
          <a:noFill/>
          <a:ln>
            <a:noFill/>
          </a:ln>
        </p:spPr>
      </p:pic>
      <p:pic>
        <p:nvPicPr>
          <p:cNvPr id="276" name="Google Shape;276;p40"/>
          <p:cNvPicPr preferRelativeResize="0"/>
          <p:nvPr/>
        </p:nvPicPr>
        <p:blipFill>
          <a:blip r:embed="rId4">
            <a:alphaModFix/>
          </a:blip>
          <a:stretch>
            <a:fillRect/>
          </a:stretch>
        </p:blipFill>
        <p:spPr>
          <a:xfrm>
            <a:off x="2244238" y="3035809"/>
            <a:ext cx="7703533" cy="36427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1"/>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Các câu lệnh cơ bản</a:t>
            </a:r>
            <a:endParaRPr sz="6000" b="1" cap="none">
              <a:solidFill>
                <a:schemeClr val="dk2"/>
              </a:solidFill>
              <a:latin typeface="Times New Roman"/>
              <a:ea typeface="Times New Roman"/>
              <a:cs typeface="Times New Roman"/>
              <a:sym typeface="Times New Roman"/>
            </a:endParaRPr>
          </a:p>
        </p:txBody>
      </p:sp>
      <p:pic>
        <p:nvPicPr>
          <p:cNvPr id="283" name="Google Shape;283;p41"/>
          <p:cNvPicPr preferRelativeResize="0"/>
          <p:nvPr/>
        </p:nvPicPr>
        <p:blipFill>
          <a:blip r:embed="rId3">
            <a:alphaModFix/>
          </a:blip>
          <a:stretch>
            <a:fillRect/>
          </a:stretch>
        </p:blipFill>
        <p:spPr>
          <a:xfrm>
            <a:off x="2905887" y="1259750"/>
            <a:ext cx="7010826" cy="5372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2"/>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Các câu lệnh cơ bản</a:t>
            </a:r>
            <a:endParaRPr sz="6000" b="1" cap="none">
              <a:solidFill>
                <a:schemeClr val="dk2"/>
              </a:solidFill>
              <a:latin typeface="Times New Roman"/>
              <a:ea typeface="Times New Roman"/>
              <a:cs typeface="Times New Roman"/>
              <a:sym typeface="Times New Roman"/>
            </a:endParaRPr>
          </a:p>
        </p:txBody>
      </p:sp>
      <p:pic>
        <p:nvPicPr>
          <p:cNvPr id="290" name="Google Shape;290;p42"/>
          <p:cNvPicPr preferRelativeResize="0"/>
          <p:nvPr/>
        </p:nvPicPr>
        <p:blipFill>
          <a:blip r:embed="rId3">
            <a:alphaModFix/>
          </a:blip>
          <a:stretch>
            <a:fillRect/>
          </a:stretch>
        </p:blipFill>
        <p:spPr>
          <a:xfrm>
            <a:off x="1706514" y="1274050"/>
            <a:ext cx="9653526" cy="53543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3"/>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Các câu lệnh cơ bản</a:t>
            </a:r>
            <a:endParaRPr sz="6000" b="1" cap="none">
              <a:solidFill>
                <a:schemeClr val="dk2"/>
              </a:solidFill>
              <a:latin typeface="Times New Roman"/>
              <a:ea typeface="Times New Roman"/>
              <a:cs typeface="Times New Roman"/>
              <a:sym typeface="Times New Roman"/>
            </a:endParaRPr>
          </a:p>
        </p:txBody>
      </p:sp>
      <p:pic>
        <p:nvPicPr>
          <p:cNvPr id="297" name="Google Shape;297;p43"/>
          <p:cNvPicPr preferRelativeResize="0"/>
          <p:nvPr/>
        </p:nvPicPr>
        <p:blipFill>
          <a:blip r:embed="rId3">
            <a:alphaModFix/>
          </a:blip>
          <a:stretch>
            <a:fillRect/>
          </a:stretch>
        </p:blipFill>
        <p:spPr>
          <a:xfrm>
            <a:off x="1257300" y="1277375"/>
            <a:ext cx="9964875" cy="2654650"/>
          </a:xfrm>
          <a:prstGeom prst="rect">
            <a:avLst/>
          </a:prstGeom>
          <a:noFill/>
          <a:ln>
            <a:noFill/>
          </a:ln>
        </p:spPr>
      </p:pic>
      <p:pic>
        <p:nvPicPr>
          <p:cNvPr id="298" name="Google Shape;298;p43"/>
          <p:cNvPicPr preferRelativeResize="0"/>
          <p:nvPr/>
        </p:nvPicPr>
        <p:blipFill>
          <a:blip r:embed="rId4">
            <a:alphaModFix/>
          </a:blip>
          <a:stretch>
            <a:fillRect/>
          </a:stretch>
        </p:blipFill>
        <p:spPr>
          <a:xfrm>
            <a:off x="2839436" y="1449800"/>
            <a:ext cx="6969164" cy="4455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97"/>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4"/>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MapReduce</a:t>
            </a:r>
            <a:endParaRPr sz="6000" b="1" cap="none">
              <a:solidFill>
                <a:schemeClr val="dk2"/>
              </a:solidFill>
              <a:latin typeface="Times New Roman"/>
              <a:ea typeface="Times New Roman"/>
              <a:cs typeface="Times New Roman"/>
              <a:sym typeface="Times New Roman"/>
            </a:endParaRPr>
          </a:p>
        </p:txBody>
      </p:sp>
      <p:sp>
        <p:nvSpPr>
          <p:cNvPr id="305" name="Google Shape;305;p44"/>
          <p:cNvSpPr txBox="1"/>
          <p:nvPr/>
        </p:nvSpPr>
        <p:spPr>
          <a:xfrm>
            <a:off x="1116910" y="1581075"/>
            <a:ext cx="10588800" cy="4646100"/>
          </a:xfrm>
          <a:prstGeom prst="rect">
            <a:avLst/>
          </a:prstGeom>
          <a:noFill/>
          <a:ln>
            <a:noFill/>
          </a:ln>
        </p:spPr>
        <p:txBody>
          <a:bodyPr spcFirstLastPara="1" wrap="square" lIns="91425" tIns="45700" rIns="91425" bIns="45700" anchor="t" anchorCtr="0">
            <a:noAutofit/>
          </a:bodyPr>
          <a:lstStyle/>
          <a:p>
            <a:pPr marL="342900" marR="0" lvl="0" indent="-368300" algn="just" rtl="0">
              <a:lnSpc>
                <a:spcPct val="150000"/>
              </a:lnSpc>
              <a:spcBef>
                <a:spcPts val="0"/>
              </a:spcBef>
              <a:spcAft>
                <a:spcPts val="0"/>
              </a:spcAft>
              <a:buClr>
                <a:schemeClr val="dk1"/>
              </a:buClr>
              <a:buSzPts val="2800"/>
              <a:buChar char="•"/>
            </a:pPr>
            <a:r>
              <a:rPr lang="vi-VN" sz="2800">
                <a:solidFill>
                  <a:schemeClr val="dk1"/>
                </a:solidFill>
                <a:latin typeface="Times New Roman"/>
                <a:ea typeface="Times New Roman"/>
                <a:cs typeface="Times New Roman"/>
                <a:sym typeface="Times New Roman"/>
              </a:rPr>
              <a:t>MapReduce được phát minh bởi các kỹ sư Google để giải quyết bài toán xử lý một khối lượng dữ liệu cực lớn song song, vượt quá khả năng xử lý của một máy tính đơn có cấu hình khủng.</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a:solidFill>
                  <a:schemeClr val="dk1"/>
                </a:solidFill>
                <a:latin typeface="Times New Roman"/>
                <a:ea typeface="Times New Roman"/>
                <a:cs typeface="Times New Roman"/>
                <a:sym typeface="Times New Roman"/>
              </a:rPr>
              <a:t>Trở thành thuật ngữ phổ biến trong thời gian gần đây.</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a:solidFill>
                  <a:schemeClr val="dk1"/>
                </a:solidFill>
                <a:latin typeface="Times New Roman"/>
                <a:ea typeface="Times New Roman"/>
                <a:cs typeface="Times New Roman"/>
                <a:sym typeface="Times New Roman"/>
              </a:rPr>
              <a:t>MapReduce gồm hai thủ tục: 1 Map() và 1 Reduce(). Thủ tục Map() lọc (filter) và phân loại (sort) trên dữ liệu trong khi thủ tục Reduce() thực hiện tổng hợp dữ liệu theo yêu cầu.</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5"/>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Nền tảng MapReduce</a:t>
            </a:r>
            <a:endParaRPr sz="6000" b="1" cap="none">
              <a:solidFill>
                <a:schemeClr val="dk2"/>
              </a:solidFill>
              <a:latin typeface="Times New Roman"/>
              <a:ea typeface="Times New Roman"/>
              <a:cs typeface="Times New Roman"/>
              <a:sym typeface="Times New Roman"/>
            </a:endParaRPr>
          </a:p>
        </p:txBody>
      </p:sp>
      <p:sp>
        <p:nvSpPr>
          <p:cNvPr id="312" name="Google Shape;312;p45"/>
          <p:cNvSpPr txBox="1"/>
          <p:nvPr/>
        </p:nvSpPr>
        <p:spPr>
          <a:xfrm>
            <a:off x="1116900" y="1716600"/>
            <a:ext cx="10588800" cy="3650400"/>
          </a:xfrm>
          <a:prstGeom prst="rect">
            <a:avLst/>
          </a:prstGeom>
          <a:noFill/>
          <a:ln>
            <a:noFill/>
          </a:ln>
        </p:spPr>
        <p:txBody>
          <a:bodyPr spcFirstLastPara="1" wrap="square" lIns="91425" tIns="45700" rIns="91425" bIns="45700" anchor="t" anchorCtr="0">
            <a:noAutofit/>
          </a:bodyPr>
          <a:lstStyle/>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1</a:t>
            </a:r>
            <a:r>
              <a:rPr lang="vi-VN" sz="2800">
                <a:solidFill>
                  <a:schemeClr val="dk1"/>
                </a:solidFill>
                <a:latin typeface="Times New Roman"/>
                <a:ea typeface="Times New Roman"/>
                <a:cs typeface="Times New Roman"/>
                <a:sym typeface="Times New Roman"/>
              </a:rPr>
              <a:t>: Chuẩn bị dữ liệu đầu vào cho Map()</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2</a:t>
            </a:r>
            <a:r>
              <a:rPr lang="vi-VN" sz="2800">
                <a:solidFill>
                  <a:schemeClr val="dk1"/>
                </a:solidFill>
                <a:latin typeface="Times New Roman"/>
                <a:ea typeface="Times New Roman"/>
                <a:cs typeface="Times New Roman"/>
                <a:sym typeface="Times New Roman"/>
              </a:rPr>
              <a:t>: Thực thi mã Map() được cung cấp bởi người dùng</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3</a:t>
            </a:r>
            <a:r>
              <a:rPr lang="vi-VN" sz="2800">
                <a:solidFill>
                  <a:schemeClr val="dk1"/>
                </a:solidFill>
                <a:latin typeface="Times New Roman"/>
                <a:ea typeface="Times New Roman"/>
                <a:cs typeface="Times New Roman"/>
                <a:sym typeface="Times New Roman"/>
              </a:rPr>
              <a:t>: Trộn dữ liệu xuất của Map vào Reduce Processor</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4</a:t>
            </a:r>
            <a:r>
              <a:rPr lang="vi-VN" sz="2800">
                <a:solidFill>
                  <a:schemeClr val="dk1"/>
                </a:solidFill>
                <a:latin typeface="Times New Roman"/>
                <a:ea typeface="Times New Roman"/>
                <a:cs typeface="Times New Roman"/>
                <a:sym typeface="Times New Roman"/>
              </a:rPr>
              <a:t>: Thực thi mã Reduce() được cung cấp bởi người dùng</a:t>
            </a:r>
            <a:endParaRPr sz="2800">
              <a:solidFill>
                <a:schemeClr val="dk1"/>
              </a:solidFill>
              <a:latin typeface="Times New Roman"/>
              <a:ea typeface="Times New Roman"/>
              <a:cs typeface="Times New Roman"/>
              <a:sym typeface="Times New Roman"/>
            </a:endParaRPr>
          </a:p>
          <a:p>
            <a:pPr marL="342900" marR="0" lvl="0" indent="-368300" algn="just" rtl="0">
              <a:lnSpc>
                <a:spcPct val="150000"/>
              </a:lnSpc>
              <a:spcBef>
                <a:spcPts val="0"/>
              </a:spcBef>
              <a:spcAft>
                <a:spcPts val="0"/>
              </a:spcAft>
              <a:buClr>
                <a:schemeClr val="dk1"/>
              </a:buClr>
              <a:buSzPts val="2800"/>
              <a:buFont typeface="Times New Roman"/>
              <a:buChar char="•"/>
            </a:pPr>
            <a:r>
              <a:rPr lang="vi-VN" sz="2800" u="sng">
                <a:solidFill>
                  <a:schemeClr val="dk1"/>
                </a:solidFill>
                <a:latin typeface="Times New Roman"/>
                <a:ea typeface="Times New Roman"/>
                <a:cs typeface="Times New Roman"/>
                <a:sym typeface="Times New Roman"/>
              </a:rPr>
              <a:t>Bước 5</a:t>
            </a:r>
            <a:r>
              <a:rPr lang="vi-VN" sz="2800">
                <a:solidFill>
                  <a:schemeClr val="dk1"/>
                </a:solidFill>
                <a:latin typeface="Times New Roman"/>
                <a:ea typeface="Times New Roman"/>
                <a:cs typeface="Times New Roman"/>
                <a:sym typeface="Times New Roman"/>
              </a:rPr>
              <a:t>: Tạo dữ liệu xuất cuối cùng</a:t>
            </a:r>
            <a:endParaRPr sz="2800">
              <a:solidFill>
                <a:schemeClr val="dk1"/>
              </a:solidFill>
              <a:latin typeface="Times New Roman"/>
              <a:ea typeface="Times New Roman"/>
              <a:cs typeface="Times New Roman"/>
              <a:sym typeface="Times New Roman"/>
            </a:endParaRPr>
          </a:p>
        </p:txBody>
      </p:sp>
      <p:pic>
        <p:nvPicPr>
          <p:cNvPr id="313" name="Google Shape;313;p45"/>
          <p:cNvPicPr preferRelativeResize="0"/>
          <p:nvPr/>
        </p:nvPicPr>
        <p:blipFill>
          <a:blip r:embed="rId3">
            <a:alphaModFix/>
          </a:blip>
          <a:stretch>
            <a:fillRect/>
          </a:stretch>
        </p:blipFill>
        <p:spPr>
          <a:xfrm>
            <a:off x="2955481" y="1819100"/>
            <a:ext cx="6443650" cy="3952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12"/>
                                        </p:tgtEl>
                                        <p:attrNameLst>
                                          <p:attrName>style.visibility</p:attrName>
                                        </p:attrNameLst>
                                      </p:cBhvr>
                                      <p:to>
                                        <p:strVal val="hidden"/>
                                      </p:to>
                                    </p:set>
                                  </p:childTnLst>
                                </p:cTn>
                              </p:par>
                              <p:par>
                                <p:cTn id="7" presetID="10" presetClass="entr" presetSubtype="0" fill="hold" nodeType="withEffect">
                                  <p:stCondLst>
                                    <p:cond delay="0"/>
                                  </p:stCondLst>
                                  <p:childTnLst>
                                    <p:set>
                                      <p:cBhvr>
                                        <p:cTn id="8" dur="1" fill="hold">
                                          <p:stCondLst>
                                            <p:cond delay="0"/>
                                          </p:stCondLst>
                                        </p:cTn>
                                        <p:tgtEl>
                                          <p:spTgt spid="313"/>
                                        </p:tgtEl>
                                        <p:attrNameLst>
                                          <p:attrName>style.visibility</p:attrName>
                                        </p:attrNameLst>
                                      </p:cBhvr>
                                      <p:to>
                                        <p:strVal val="visible"/>
                                      </p:to>
                                    </p:set>
                                    <p:animEffect transition="in" filter="fade">
                                      <p:cBhvr>
                                        <p:cTn id="9" dur="1"/>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6"/>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Mô hình MapReduce</a:t>
            </a:r>
            <a:endParaRPr sz="6000" b="1" cap="none">
              <a:solidFill>
                <a:schemeClr val="dk2"/>
              </a:solidFill>
              <a:latin typeface="Times New Roman"/>
              <a:ea typeface="Times New Roman"/>
              <a:cs typeface="Times New Roman"/>
              <a:sym typeface="Times New Roman"/>
            </a:endParaRPr>
          </a:p>
        </p:txBody>
      </p:sp>
      <p:pic>
        <p:nvPicPr>
          <p:cNvPr id="320" name="Google Shape;320;p46"/>
          <p:cNvPicPr preferRelativeResize="0"/>
          <p:nvPr/>
        </p:nvPicPr>
        <p:blipFill>
          <a:blip r:embed="rId3">
            <a:alphaModFix/>
          </a:blip>
          <a:stretch>
            <a:fillRect/>
          </a:stretch>
        </p:blipFill>
        <p:spPr>
          <a:xfrm>
            <a:off x="1149325" y="1341051"/>
            <a:ext cx="10523957" cy="48861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7"/>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MapReduce bằng Pymongo</a:t>
            </a:r>
            <a:endParaRPr sz="6000" b="1" cap="none">
              <a:solidFill>
                <a:schemeClr val="dk2"/>
              </a:solidFill>
              <a:latin typeface="Times New Roman"/>
              <a:ea typeface="Times New Roman"/>
              <a:cs typeface="Times New Roman"/>
              <a:sym typeface="Times New Roman"/>
            </a:endParaRPr>
          </a:p>
        </p:txBody>
      </p:sp>
      <p:pic>
        <p:nvPicPr>
          <p:cNvPr id="327" name="Google Shape;327;p47"/>
          <p:cNvPicPr preferRelativeResize="0"/>
          <p:nvPr/>
        </p:nvPicPr>
        <p:blipFill>
          <a:blip r:embed="rId3">
            <a:alphaModFix/>
          </a:blip>
          <a:stretch>
            <a:fillRect/>
          </a:stretch>
        </p:blipFill>
        <p:spPr>
          <a:xfrm>
            <a:off x="1774950" y="1485901"/>
            <a:ext cx="9505950" cy="4876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8"/>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Map function</a:t>
            </a:r>
            <a:endParaRPr sz="6000" b="1" cap="none">
              <a:solidFill>
                <a:schemeClr val="dk2"/>
              </a:solidFill>
              <a:latin typeface="Times New Roman"/>
              <a:ea typeface="Times New Roman"/>
              <a:cs typeface="Times New Roman"/>
              <a:sym typeface="Times New Roman"/>
            </a:endParaRPr>
          </a:p>
        </p:txBody>
      </p:sp>
      <p:pic>
        <p:nvPicPr>
          <p:cNvPr id="334" name="Google Shape;334;p48"/>
          <p:cNvPicPr preferRelativeResize="0"/>
          <p:nvPr/>
        </p:nvPicPr>
        <p:blipFill>
          <a:blip r:embed="rId3">
            <a:alphaModFix/>
          </a:blip>
          <a:stretch>
            <a:fillRect/>
          </a:stretch>
        </p:blipFill>
        <p:spPr>
          <a:xfrm>
            <a:off x="1995650" y="1543051"/>
            <a:ext cx="8972550" cy="4819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9"/>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Reduce function</a:t>
            </a:r>
            <a:endParaRPr sz="6000" b="1" cap="none">
              <a:solidFill>
                <a:schemeClr val="dk2"/>
              </a:solidFill>
              <a:latin typeface="Times New Roman"/>
              <a:ea typeface="Times New Roman"/>
              <a:cs typeface="Times New Roman"/>
              <a:sym typeface="Times New Roman"/>
            </a:endParaRPr>
          </a:p>
        </p:txBody>
      </p:sp>
      <p:pic>
        <p:nvPicPr>
          <p:cNvPr id="341" name="Google Shape;341;p49"/>
          <p:cNvPicPr preferRelativeResize="0"/>
          <p:nvPr/>
        </p:nvPicPr>
        <p:blipFill>
          <a:blip r:embed="rId3">
            <a:alphaModFix/>
          </a:blip>
          <a:stretch>
            <a:fillRect/>
          </a:stretch>
        </p:blipFill>
        <p:spPr>
          <a:xfrm>
            <a:off x="2086950" y="1520288"/>
            <a:ext cx="8648700" cy="4657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0"/>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MapReduce function</a:t>
            </a:r>
            <a:endParaRPr sz="6000" b="1" cap="none">
              <a:solidFill>
                <a:schemeClr val="dk2"/>
              </a:solidFill>
              <a:latin typeface="Times New Roman"/>
              <a:ea typeface="Times New Roman"/>
              <a:cs typeface="Times New Roman"/>
              <a:sym typeface="Times New Roman"/>
            </a:endParaRPr>
          </a:p>
        </p:txBody>
      </p:sp>
      <p:pic>
        <p:nvPicPr>
          <p:cNvPr id="348" name="Google Shape;348;p50"/>
          <p:cNvPicPr preferRelativeResize="0"/>
          <p:nvPr/>
        </p:nvPicPr>
        <p:blipFill>
          <a:blip r:embed="rId3">
            <a:alphaModFix/>
          </a:blip>
          <a:stretch>
            <a:fillRect/>
          </a:stretch>
        </p:blipFill>
        <p:spPr>
          <a:xfrm>
            <a:off x="1041163" y="1881525"/>
            <a:ext cx="10740276" cy="3492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idx="4294967295"/>
          </p:nvPr>
        </p:nvSpPr>
        <p:spPr>
          <a:xfrm>
            <a:off x="1257300" y="296076"/>
            <a:ext cx="10308000" cy="1371000"/>
          </a:xfrm>
          <a:prstGeom prst="rect">
            <a:avLst/>
          </a:prstGeom>
          <a:noFill/>
          <a:ln>
            <a:noFill/>
          </a:ln>
        </p:spPr>
        <p:txBody>
          <a:bodyPr spcFirstLastPara="1" wrap="square" lIns="91425" tIns="45700" rIns="91425" bIns="45700" anchor="t" anchorCtr="0">
            <a:noAutofit/>
          </a:bodyPr>
          <a:lstStyle/>
          <a:p>
            <a:pPr marL="457200" lvl="1" indent="0" algn="ctr" rtl="0">
              <a:lnSpc>
                <a:spcPct val="90000"/>
              </a:lnSpc>
              <a:spcBef>
                <a:spcPts val="0"/>
              </a:spcBef>
              <a:spcAft>
                <a:spcPts val="0"/>
              </a:spcAft>
              <a:buNone/>
            </a:pPr>
            <a:r>
              <a:rPr lang="vi-VN" sz="6000" b="1">
                <a:solidFill>
                  <a:schemeClr val="dk2"/>
                </a:solidFill>
                <a:latin typeface="Times New Roman"/>
                <a:ea typeface="Times New Roman"/>
                <a:cs typeface="Times New Roman"/>
                <a:sym typeface="Times New Roman"/>
              </a:rPr>
              <a:t>Kết quả</a:t>
            </a:r>
            <a:endParaRPr sz="6000" b="1" cap="none">
              <a:solidFill>
                <a:schemeClr val="dk2"/>
              </a:solidFill>
              <a:latin typeface="Times New Roman"/>
              <a:ea typeface="Times New Roman"/>
              <a:cs typeface="Times New Roman"/>
              <a:sym typeface="Times New Roman"/>
            </a:endParaRPr>
          </a:p>
        </p:txBody>
      </p:sp>
      <p:pic>
        <p:nvPicPr>
          <p:cNvPr id="355" name="Google Shape;355;p51"/>
          <p:cNvPicPr preferRelativeResize="0"/>
          <p:nvPr/>
        </p:nvPicPr>
        <p:blipFill>
          <a:blip r:embed="rId3">
            <a:alphaModFix/>
          </a:blip>
          <a:stretch>
            <a:fillRect/>
          </a:stretch>
        </p:blipFill>
        <p:spPr>
          <a:xfrm>
            <a:off x="883700" y="1973675"/>
            <a:ext cx="10776474" cy="2910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2"/>
          <p:cNvSpPr txBox="1">
            <a:spLocks noGrp="1"/>
          </p:cNvSpPr>
          <p:nvPr>
            <p:ph type="body" idx="1"/>
          </p:nvPr>
        </p:nvSpPr>
        <p:spPr>
          <a:xfrm>
            <a:off x="0" y="3583182"/>
            <a:ext cx="12192000" cy="768000"/>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SzPts val="4440"/>
              <a:buNone/>
            </a:pPr>
            <a:r>
              <a:rPr lang="vi-VN" sz="6140"/>
              <a:t>Thank you</a:t>
            </a:r>
            <a:endParaRPr sz="6140"/>
          </a:p>
        </p:txBody>
      </p:sp>
      <p:sp>
        <p:nvSpPr>
          <p:cNvPr id="361" name="Google Shape;361;p52"/>
          <p:cNvSpPr txBox="1">
            <a:spLocks noGrp="1"/>
          </p:cNvSpPr>
          <p:nvPr>
            <p:ph type="body" idx="2"/>
          </p:nvPr>
        </p:nvSpPr>
        <p:spPr>
          <a:xfrm>
            <a:off x="5615" y="4489642"/>
            <a:ext cx="12192000" cy="384000"/>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SzPts val="1800"/>
              <a:buNone/>
            </a:pPr>
            <a:r>
              <a:rPr lang="vi-VN" sz="2667"/>
              <a:t>FOR WATCHING</a:t>
            </a:r>
            <a:endParaRPr sz="2667"/>
          </a:p>
        </p:txBody>
      </p:sp>
      <p:grpSp>
        <p:nvGrpSpPr>
          <p:cNvPr id="362" name="Google Shape;362;p52"/>
          <p:cNvGrpSpPr/>
          <p:nvPr/>
        </p:nvGrpSpPr>
        <p:grpSpPr>
          <a:xfrm>
            <a:off x="5668894" y="2579270"/>
            <a:ext cx="865440" cy="865440"/>
            <a:chOff x="5696730" y="3628850"/>
            <a:chExt cx="1799999" cy="1800000"/>
          </a:xfrm>
        </p:grpSpPr>
        <p:sp>
          <p:nvSpPr>
            <p:cNvPr id="363" name="Google Shape;363;p52"/>
            <p:cNvSpPr/>
            <p:nvPr/>
          </p:nvSpPr>
          <p:spPr>
            <a:xfrm rot="-5400000">
              <a:off x="6488456" y="4421123"/>
              <a:ext cx="216000" cy="1799453"/>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64" name="Google Shape;364;p52"/>
            <p:cNvSpPr/>
            <p:nvPr/>
          </p:nvSpPr>
          <p:spPr>
            <a:xfrm rot="-5400000">
              <a:off x="6488456" y="2837123"/>
              <a:ext cx="216000" cy="1799453"/>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65" name="Google Shape;365;p52"/>
            <p:cNvSpPr/>
            <p:nvPr/>
          </p:nvSpPr>
          <p:spPr>
            <a:xfrm>
              <a:off x="5696730" y="3822037"/>
              <a:ext cx="216000" cy="1405050"/>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66" name="Google Shape;366;p52"/>
            <p:cNvSpPr/>
            <p:nvPr/>
          </p:nvSpPr>
          <p:spPr>
            <a:xfrm rot="-5400000">
              <a:off x="6467032" y="4347606"/>
              <a:ext cx="216000" cy="890488"/>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67" name="Google Shape;367;p52"/>
            <p:cNvSpPr/>
            <p:nvPr/>
          </p:nvSpPr>
          <p:spPr>
            <a:xfrm rot="-5400000">
              <a:off x="6467032" y="3819606"/>
              <a:ext cx="216000" cy="890488"/>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68" name="Google Shape;368;p52"/>
            <p:cNvSpPr/>
            <p:nvPr/>
          </p:nvSpPr>
          <p:spPr>
            <a:xfrm>
              <a:off x="6884320" y="4156849"/>
              <a:ext cx="216000" cy="1055999"/>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69" name="Google Shape;369;p52"/>
            <p:cNvSpPr/>
            <p:nvPr/>
          </p:nvSpPr>
          <p:spPr>
            <a:xfrm>
              <a:off x="7280729" y="3833303"/>
              <a:ext cx="216000" cy="1405050"/>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
          <p:nvSpPr>
            <p:cNvPr id="370" name="Google Shape;370;p52"/>
            <p:cNvSpPr/>
            <p:nvPr/>
          </p:nvSpPr>
          <p:spPr>
            <a:xfrm>
              <a:off x="6129788" y="3844850"/>
              <a:ext cx="216000" cy="1055999"/>
            </a:xfrm>
            <a:prstGeom prst="rect">
              <a:avLst/>
            </a:prstGeom>
            <a:solidFill>
              <a:schemeClr val="l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grpSp>
    </p:spTree>
  </p:cSld>
  <p:clrMapOvr>
    <a:masterClrMapping/>
  </p:clrMapOvr>
</p:sld>
</file>

<file path=ppt/theme/theme1.xml><?xml version="1.0" encoding="utf-8"?>
<a:theme xmlns:a="http://schemas.openxmlformats.org/drawingml/2006/main" name="Badge">
  <a:themeElements>
    <a:clrScheme name="Badge">
      <a:dk1>
        <a:srgbClr val="000000"/>
      </a:dk1>
      <a:lt1>
        <a:srgbClr val="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adge">
  <a:themeElements>
    <a:clrScheme name="Badge">
      <a:dk1>
        <a:srgbClr val="000000"/>
      </a:dk1>
      <a:lt1>
        <a:srgbClr val="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638</Words>
  <Application>Microsoft Office PowerPoint</Application>
  <PresentationFormat>Widescreen</PresentationFormat>
  <Paragraphs>94</Paragraphs>
  <Slides>32</Slides>
  <Notes>32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Impact</vt:lpstr>
      <vt:lpstr>Arial</vt:lpstr>
      <vt:lpstr>Gill Sans</vt:lpstr>
      <vt:lpstr>Roboto</vt:lpstr>
      <vt:lpstr>Times New Roman</vt:lpstr>
      <vt:lpstr>Calibri</vt:lpstr>
      <vt:lpstr>Badge</vt:lpstr>
      <vt:lpstr>Badge</vt:lpstr>
      <vt:lpstr>WELCOME</vt:lpstr>
      <vt:lpstr>PowerPoint Presentation</vt:lpstr>
      <vt:lpstr>MongoDB và MapReduce</vt:lpstr>
      <vt:lpstr>NoSQL vs SQL</vt:lpstr>
      <vt:lpstr>Giới thiệu về MongoDB</vt:lpstr>
      <vt:lpstr>Các khái niệm</vt:lpstr>
      <vt:lpstr>Cài đặt MongoDB </vt:lpstr>
      <vt:lpstr>Cài đặt MongoDB </vt:lpstr>
      <vt:lpstr>Cài đặt MongoDB </vt:lpstr>
      <vt:lpstr>Cài đặt MongoDB </vt:lpstr>
      <vt:lpstr>Cài đặt MongoDB </vt:lpstr>
      <vt:lpstr>Cài đặt MongoDB </vt:lpstr>
      <vt:lpstr>PowerPoint Presentation</vt:lpstr>
      <vt:lpstr>PowerPoint Presentation</vt:lpstr>
      <vt:lpstr>Cài đặt PyMongo bằng Anaconda</vt:lpstr>
      <vt:lpstr>Cài đặt PyMongo bằng Anaconda</vt:lpstr>
      <vt:lpstr>Sử dụng Jupyter Notebook</vt:lpstr>
      <vt:lpstr>Các câu lệnh cơ bản</vt:lpstr>
      <vt:lpstr>Các câu lệnh cơ bản</vt:lpstr>
      <vt:lpstr>Các câu lệnh cơ bản</vt:lpstr>
      <vt:lpstr>Các câu lệnh cơ bản</vt:lpstr>
      <vt:lpstr>Các câu lệnh cơ bản</vt:lpstr>
      <vt:lpstr>Các câu lệnh cơ bản</vt:lpstr>
      <vt:lpstr>MapReduce</vt:lpstr>
      <vt:lpstr>Nền tảng MapReduce</vt:lpstr>
      <vt:lpstr>Mô hình MapReduce</vt:lpstr>
      <vt:lpstr>MapReduce bằng Pymongo</vt:lpstr>
      <vt:lpstr>Map function</vt:lpstr>
      <vt:lpstr>Reduce function</vt:lpstr>
      <vt:lpstr>MapReduce function</vt:lpstr>
      <vt:lpstr>Kết quả</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cp:lastModifiedBy>admin</cp:lastModifiedBy>
  <cp:revision>1</cp:revision>
  <dcterms:modified xsi:type="dcterms:W3CDTF">2020-06-10T14:13:22Z</dcterms:modified>
</cp:coreProperties>
</file>