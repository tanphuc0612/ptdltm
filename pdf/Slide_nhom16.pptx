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3.xml" ContentType="application/vnd.openxmlformats-officedocument.theme+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3" r:id="rId1"/>
    <p:sldMasterId id="2147483724" r:id="rId2"/>
    <p:sldMasterId id="2147483772" r:id="rId3"/>
    <p:sldMasterId id="2147483866" r:id="rId4"/>
  </p:sldMasterIdLst>
  <p:sldIdLst>
    <p:sldId id="256" r:id="rId5"/>
    <p:sldId id="257" r:id="rId6"/>
    <p:sldId id="259" r:id="rId7"/>
    <p:sldId id="260" r:id="rId8"/>
    <p:sldId id="258" r:id="rId9"/>
    <p:sldId id="261" r:id="rId10"/>
    <p:sldId id="262" r:id="rId11"/>
    <p:sldId id="264" r:id="rId12"/>
    <p:sldId id="265" r:id="rId13"/>
    <p:sldId id="266" r:id="rId14"/>
    <p:sldId id="272" r:id="rId15"/>
    <p:sldId id="273" r:id="rId16"/>
    <p:sldId id="267" r:id="rId17"/>
    <p:sldId id="268" r:id="rId18"/>
    <p:sldId id="269" r:id="rId19"/>
    <p:sldId id="270" r:id="rId20"/>
    <p:sldId id="271" r:id="rId21"/>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7" autoAdjust="0"/>
    <p:restoredTop sz="94660"/>
  </p:normalViewPr>
  <p:slideViewPr>
    <p:cSldViewPr snapToGrid="0">
      <p:cViewPr varScale="1">
        <p:scale>
          <a:sx n="91" d="100"/>
          <a:sy n="91" d="100"/>
        </p:scale>
        <p:origin x="365"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524000" y="1122363"/>
            <a:ext cx="9144000" cy="2387600"/>
          </a:xfrm>
        </p:spPr>
        <p:txBody>
          <a:bodyPr anchor="b"/>
          <a:lstStyle>
            <a:lvl1pPr algn="l">
              <a:defRPr sz="6000" b="1" i="0" cap="all" baseline="0"/>
            </a:lvl1pPr>
          </a:lstStyle>
          <a:p>
            <a:r>
              <a:rPr lang="en-US"/>
              <a:t>Click to edit Master title style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p:nvPr>
        </p:nvSpPr>
        <p:spPr>
          <a:xfrm>
            <a:off x="1524000" y="3602038"/>
            <a:ext cx="91440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CE66DA5-7751-4D3D-B753-58DF3B418763}"/>
              </a:ext>
            </a:extLst>
          </p:cNvPr>
          <p:cNvSpPr>
            <a:spLocks noGrp="1"/>
          </p:cNvSpPr>
          <p:nvPr>
            <p:ph type="dt" sz="half" idx="10"/>
          </p:nvPr>
        </p:nvSpPr>
        <p:spPr/>
        <p:txBody>
          <a:bodyPr/>
          <a:lstStyle/>
          <a:p>
            <a:fld id="{6A4B53A7-3209-46A6-9454-F38EAC8F11E7}" type="datetimeFigureOut">
              <a:rPr lang="en-US" smtClean="0"/>
              <a:t>7/2/2020</a:t>
            </a:fld>
            <a:endParaRPr lang="en-US"/>
          </a:p>
        </p:txBody>
      </p:sp>
      <p:sp>
        <p:nvSpPr>
          <p:cNvPr id="5" name="Footer Placeholder 4">
            <a:extLst>
              <a:ext uri="{FF2B5EF4-FFF2-40B4-BE49-F238E27FC236}">
                <a16:creationId xmlns:a16="http://schemas.microsoft.com/office/drawing/2014/main" id="{7F8C2A2A-62DB-40C0-8AE7-CB9B98649B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01EAA4-F44C-4C1F-B8E3-1A3005300F50}"/>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11" name="Straight Connector 10">
            <a:extLst>
              <a:ext uri="{FF2B5EF4-FFF2-40B4-BE49-F238E27FC236}">
                <a16:creationId xmlns:a16="http://schemas.microsoft.com/office/drawing/2014/main" id="{D1B787A8-0D67-4B7E-9B48-86BD906AB6B5}"/>
              </a:ext>
            </a:extLst>
          </p:cNvPr>
          <p:cNvCxnSpPr>
            <a:cxnSpLocks/>
          </p:cNvCxnSpPr>
          <p:nvPr/>
        </p:nvCxnSpPr>
        <p:spPr>
          <a:xfrm>
            <a:off x="715890" y="1114050"/>
            <a:ext cx="0" cy="5735637"/>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77305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97BB2D-4E2C-4490-A2A3-4B68BCC5D2F9}"/>
              </a:ext>
            </a:extLst>
          </p:cNvPr>
          <p:cNvSpPr>
            <a:spLocks noGrp="1"/>
          </p:cNvSpPr>
          <p:nvPr>
            <p:ph type="dt" sz="half" idx="10"/>
          </p:nvPr>
        </p:nvSpPr>
        <p:spPr/>
        <p:txBody>
          <a:bodyPr/>
          <a:lstStyle/>
          <a:p>
            <a:fld id="{6A4B53A7-3209-46A6-9454-F38EAC8F11E7}" type="datetimeFigureOut">
              <a:rPr lang="en-US" smtClean="0"/>
              <a:t>7/2/2020</a:t>
            </a:fld>
            <a:endParaRPr lang="en-US"/>
          </a:p>
        </p:txBody>
      </p:sp>
      <p:sp>
        <p:nvSpPr>
          <p:cNvPr id="5" name="Footer Placeholder 4">
            <a:extLst>
              <a:ext uri="{FF2B5EF4-FFF2-40B4-BE49-F238E27FC236}">
                <a16:creationId xmlns:a16="http://schemas.microsoft.com/office/drawing/2014/main" id="{6140F15D-DD72-46D5-BF0F-F506471070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5C05CAAB-DBA2-4548-AD5F-01BB97FBB207}"/>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2942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FC2D1-D3FE-4B37-8740-57444421FDBF}"/>
              </a:ext>
            </a:extLst>
          </p:cNvPr>
          <p:cNvSpPr>
            <a:spLocks noGrp="1"/>
          </p:cNvSpPr>
          <p:nvPr>
            <p:ph type="title"/>
          </p:nvPr>
        </p:nvSpPr>
        <p:spPr>
          <a:xfrm>
            <a:off x="831850" y="1709738"/>
            <a:ext cx="10515600" cy="2852737"/>
          </a:xfrm>
        </p:spPr>
        <p:txBody>
          <a:bodyPr anchor="b"/>
          <a:lstStyle>
            <a:lvl1pPr>
              <a:defRPr sz="6000" b="1" i="0" cap="all" baseline="0"/>
            </a:lvl1pPr>
          </a:lstStyle>
          <a:p>
            <a:r>
              <a:rPr lang="en-US"/>
              <a:t>Click to edit Master title style</a:t>
            </a:r>
          </a:p>
        </p:txBody>
      </p:sp>
      <p:sp>
        <p:nvSpPr>
          <p:cNvPr id="3" name="Text Placeholder 2">
            <a:extLst>
              <a:ext uri="{FF2B5EF4-FFF2-40B4-BE49-F238E27FC236}">
                <a16:creationId xmlns:a16="http://schemas.microsoft.com/office/drawing/2014/main" id="{BA5AF550-086C-426E-A374-85DB395701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9A58988-AD39-4AE9-8E6A-0907F0BE2673}"/>
              </a:ext>
            </a:extLst>
          </p:cNvPr>
          <p:cNvSpPr>
            <a:spLocks noGrp="1"/>
          </p:cNvSpPr>
          <p:nvPr>
            <p:ph type="dt" sz="half" idx="10"/>
          </p:nvPr>
        </p:nvSpPr>
        <p:spPr/>
        <p:txBody>
          <a:bodyPr/>
          <a:lstStyle/>
          <a:p>
            <a:fld id="{6A4B53A7-3209-46A6-9454-F38EAC8F11E7}" type="datetimeFigureOut">
              <a:rPr lang="en-US" smtClean="0"/>
              <a:t>7/2/2020</a:t>
            </a:fld>
            <a:endParaRPr lang="en-US"/>
          </a:p>
        </p:txBody>
      </p:sp>
      <p:sp>
        <p:nvSpPr>
          <p:cNvPr id="5" name="Footer Placeholder 4">
            <a:extLst>
              <a:ext uri="{FF2B5EF4-FFF2-40B4-BE49-F238E27FC236}">
                <a16:creationId xmlns:a16="http://schemas.microsoft.com/office/drawing/2014/main" id="{1D366319-82EE-408E-819F-8F8E6DBA7A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21C8A6-777F-496D-8620-AE52BFC33FC4}"/>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9" name="Straight Connector 8">
            <a:extLst>
              <a:ext uri="{FF2B5EF4-FFF2-40B4-BE49-F238E27FC236}">
                <a16:creationId xmlns:a16="http://schemas.microsoft.com/office/drawing/2014/main" id="{C031F83B-57A8-4533-981C-D1FFAD2B6B6F}"/>
              </a:ext>
            </a:extLst>
          </p:cNvPr>
          <p:cNvCxnSpPr>
            <a:cxnSpLocks/>
          </p:cNvCxnSpPr>
          <p:nvPr/>
        </p:nvCxnSpPr>
        <p:spPr>
          <a:xfrm>
            <a:off x="715890" y="1701425"/>
            <a:ext cx="0" cy="5148262"/>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90520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57166-6921-4546-BA2C-99E464681F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95B9122-6371-4049-B57A-33DED7DA2F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14555D-0753-4312-A26B-2338813F9B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D8FDCB-69DA-4A8F-8B91-5CFF77897C27}"/>
              </a:ext>
            </a:extLst>
          </p:cNvPr>
          <p:cNvSpPr>
            <a:spLocks noGrp="1"/>
          </p:cNvSpPr>
          <p:nvPr>
            <p:ph type="dt" sz="half" idx="10"/>
          </p:nvPr>
        </p:nvSpPr>
        <p:spPr/>
        <p:txBody>
          <a:bodyPr/>
          <a:lstStyle/>
          <a:p>
            <a:fld id="{6A4B53A7-3209-46A6-9454-F38EAC8F11E7}" type="datetimeFigureOut">
              <a:rPr lang="en-US" smtClean="0"/>
              <a:t>7/2/2020</a:t>
            </a:fld>
            <a:endParaRPr lang="en-US"/>
          </a:p>
        </p:txBody>
      </p:sp>
      <p:sp>
        <p:nvSpPr>
          <p:cNvPr id="6" name="Footer Placeholder 5">
            <a:extLst>
              <a:ext uri="{FF2B5EF4-FFF2-40B4-BE49-F238E27FC236}">
                <a16:creationId xmlns:a16="http://schemas.microsoft.com/office/drawing/2014/main" id="{91AC8C07-E0D3-4464-AE3C-25730D75C8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2596A6-734E-4AE0-BFB8-3089137BF8E8}"/>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3FB7E8F4-3FB3-45AB-A381-9093CA95AAE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9626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2A2D237-A706-4712-90CA-B04517CBBE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D53357-616B-47F4-944B-F979FE9663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86B3EF2-2C04-480F-A570-14E520DD00DE}"/>
              </a:ext>
            </a:extLst>
          </p:cNvPr>
          <p:cNvSpPr>
            <a:spLocks noGrp="1"/>
          </p:cNvSpPr>
          <p:nvPr>
            <p:ph type="dt" sz="half" idx="10"/>
          </p:nvPr>
        </p:nvSpPr>
        <p:spPr/>
        <p:txBody>
          <a:bodyPr/>
          <a:lstStyle/>
          <a:p>
            <a:fld id="{6A4B53A7-3209-46A6-9454-F38EAC8F11E7}" type="datetimeFigureOut">
              <a:rPr lang="en-US" smtClean="0"/>
              <a:t>7/2/2020</a:t>
            </a:fld>
            <a:endParaRPr lang="en-US"/>
          </a:p>
        </p:txBody>
      </p:sp>
      <p:sp>
        <p:nvSpPr>
          <p:cNvPr id="8" name="Footer Placeholder 7">
            <a:extLst>
              <a:ext uri="{FF2B5EF4-FFF2-40B4-BE49-F238E27FC236}">
                <a16:creationId xmlns:a16="http://schemas.microsoft.com/office/drawing/2014/main" id="{1CF5783E-3073-4F4D-8B9C-C5B18DDA5A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A75FE3-6719-4790-AA00-251BC2A6E5AF}"/>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10" name="Straight Connector 9">
            <a:extLst>
              <a:ext uri="{FF2B5EF4-FFF2-40B4-BE49-F238E27FC236}">
                <a16:creationId xmlns:a16="http://schemas.microsoft.com/office/drawing/2014/main" id="{160F34ED-DA60-4CC2-B735-B0EC5D9FEA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284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DF1DFFF-E5C5-43DF-B71C-7270DB97372C}"/>
              </a:ext>
            </a:extLst>
          </p:cNvPr>
          <p:cNvSpPr>
            <a:spLocks noGrp="1"/>
          </p:cNvSpPr>
          <p:nvPr>
            <p:ph type="dt" sz="half" idx="10"/>
          </p:nvPr>
        </p:nvSpPr>
        <p:spPr/>
        <p:txBody>
          <a:bodyPr/>
          <a:lstStyle/>
          <a:p>
            <a:fld id="{6A4B53A7-3209-46A6-9454-F38EAC8F11E7}" type="datetimeFigureOut">
              <a:rPr lang="en-US" smtClean="0"/>
              <a:t>7/2/2020</a:t>
            </a:fld>
            <a:endParaRPr lang="en-US"/>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6" name="Straight Connector 5">
            <a:extLst>
              <a:ext uri="{FF2B5EF4-FFF2-40B4-BE49-F238E27FC236}">
                <a16:creationId xmlns:a16="http://schemas.microsoft.com/office/drawing/2014/main" id="{57596AF9-469C-436D-B7D2-77952EF1825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95702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FF36D6-399B-43E3-84DD-9FC5119ECCE9}"/>
              </a:ext>
            </a:extLst>
          </p:cNvPr>
          <p:cNvSpPr>
            <a:spLocks noGrp="1"/>
          </p:cNvSpPr>
          <p:nvPr>
            <p:ph type="dt" sz="half" idx="10"/>
          </p:nvPr>
        </p:nvSpPr>
        <p:spPr/>
        <p:txBody>
          <a:bodyPr/>
          <a:lstStyle/>
          <a:p>
            <a:fld id="{6A4B53A7-3209-46A6-9454-F38EAC8F11E7}" type="datetimeFigureOut">
              <a:rPr lang="en-US" smtClean="0"/>
              <a:t>7/2/2020</a:t>
            </a:fld>
            <a:endParaRPr lang="en-US"/>
          </a:p>
        </p:txBody>
      </p:sp>
      <p:sp>
        <p:nvSpPr>
          <p:cNvPr id="3" name="Footer Placeholder 2">
            <a:extLst>
              <a:ext uri="{FF2B5EF4-FFF2-40B4-BE49-F238E27FC236}">
                <a16:creationId xmlns:a16="http://schemas.microsoft.com/office/drawing/2014/main" id="{50234AB7-3B85-4028-A500-5A1BDBF45C5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C1F40F0-9909-442F-BBA4-409D061ED027}"/>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5" name="Straight Connector 4">
            <a:extLst>
              <a:ext uri="{FF2B5EF4-FFF2-40B4-BE49-F238E27FC236}">
                <a16:creationId xmlns:a16="http://schemas.microsoft.com/office/drawing/2014/main" id="{353C1207-D1C8-49E3-8837-E2B89D366FAE}"/>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9055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0F214-646F-4D81-AD12-65628EC987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EF71768-C3FA-49EF-99EF-06E6C3B284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2DA6F24-ED6C-4D12-A9D6-EE37FBD686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E6AACE-FAFB-4934-8E3C-AB5B216353D8}"/>
              </a:ext>
            </a:extLst>
          </p:cNvPr>
          <p:cNvSpPr>
            <a:spLocks noGrp="1"/>
          </p:cNvSpPr>
          <p:nvPr>
            <p:ph type="dt" sz="half" idx="10"/>
          </p:nvPr>
        </p:nvSpPr>
        <p:spPr/>
        <p:txBody>
          <a:bodyPr/>
          <a:lstStyle/>
          <a:p>
            <a:fld id="{6A4B53A7-3209-46A6-9454-F38EAC8F11E7}" type="datetimeFigureOut">
              <a:rPr lang="en-US" smtClean="0"/>
              <a:t>7/2/2020</a:t>
            </a:fld>
            <a:endParaRPr lang="en-US"/>
          </a:p>
        </p:txBody>
      </p:sp>
      <p:sp>
        <p:nvSpPr>
          <p:cNvPr id="6" name="Footer Placeholder 5">
            <a:extLst>
              <a:ext uri="{FF2B5EF4-FFF2-40B4-BE49-F238E27FC236}">
                <a16:creationId xmlns:a16="http://schemas.microsoft.com/office/drawing/2014/main" id="{181533EA-D0F8-4C79-8721-F190DE2D2D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059BAC9-F101-4394-BBA4-3D21A3497126}"/>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0F3A79C9-7EDC-44F6-AC48-5DD98A7695AD}"/>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04286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CB71F-B6C2-4866-BC97-304F78816E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55ED73B-8413-478D-80D7-B78B69763B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1BDF226-1B94-4D2D-98B3-7B932FB17D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0C4E9A-CA29-4CCD-ACFA-B29F80FBA163}"/>
              </a:ext>
            </a:extLst>
          </p:cNvPr>
          <p:cNvSpPr>
            <a:spLocks noGrp="1"/>
          </p:cNvSpPr>
          <p:nvPr>
            <p:ph type="dt" sz="half" idx="10"/>
          </p:nvPr>
        </p:nvSpPr>
        <p:spPr/>
        <p:txBody>
          <a:bodyPr/>
          <a:lstStyle/>
          <a:p>
            <a:fld id="{6A4B53A7-3209-46A6-9454-F38EAC8F11E7}" type="datetimeFigureOut">
              <a:rPr lang="en-US" smtClean="0"/>
              <a:t>7/2/2020</a:t>
            </a:fld>
            <a:endParaRPr lang="en-US"/>
          </a:p>
        </p:txBody>
      </p:sp>
      <p:sp>
        <p:nvSpPr>
          <p:cNvPr id="6" name="Footer Placeholder 5">
            <a:extLst>
              <a:ext uri="{FF2B5EF4-FFF2-40B4-BE49-F238E27FC236}">
                <a16:creationId xmlns:a16="http://schemas.microsoft.com/office/drawing/2014/main" id="{71A5B7BE-3F1B-4FF3-B1D7-6E39B99D07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2F18F1-E27E-470E-AE13-4755DEE63A32}"/>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8" name="Straight Connector 7">
            <a:extLst>
              <a:ext uri="{FF2B5EF4-FFF2-40B4-BE49-F238E27FC236}">
                <a16:creationId xmlns:a16="http://schemas.microsoft.com/office/drawing/2014/main" id="{00F08750-B7F2-4119-B151-68DE77481335}"/>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71130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AD429-654B-4F0E-94E9-6FEF8EC67EF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8D60B2-06F5-4567-BE1F-BBA5270537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16F6F2-8269-4B80-8EE3-81FEE0F9DFA6}"/>
              </a:ext>
            </a:extLst>
          </p:cNvPr>
          <p:cNvSpPr>
            <a:spLocks noGrp="1"/>
          </p:cNvSpPr>
          <p:nvPr>
            <p:ph type="dt" sz="half" idx="10"/>
          </p:nvPr>
        </p:nvSpPr>
        <p:spPr/>
        <p:txBody>
          <a:bodyPr/>
          <a:lstStyle/>
          <a:p>
            <a:fld id="{6A4B53A7-3209-46A6-9454-F38EAC8F11E7}" type="datetimeFigureOut">
              <a:rPr lang="en-US" smtClean="0"/>
              <a:t>7/2/2020</a:t>
            </a:fld>
            <a:endParaRPr lang="en-US"/>
          </a:p>
        </p:txBody>
      </p:sp>
      <p:sp>
        <p:nvSpPr>
          <p:cNvPr id="5" name="Footer Placeholder 4">
            <a:extLst>
              <a:ext uri="{FF2B5EF4-FFF2-40B4-BE49-F238E27FC236}">
                <a16:creationId xmlns:a16="http://schemas.microsoft.com/office/drawing/2014/main" id="{56BC86E4-3EDE-4EB4-B1A3-A1198AADD1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1752B0-ACEC-49EF-8131-FCF35BC5CD35}"/>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1A0462E3-375D-4E76-8886-69E06985D069}"/>
              </a:ext>
            </a:extLst>
          </p:cNvPr>
          <p:cNvCxnSpPr>
            <a:cxnSpLocks/>
          </p:cNvCxnSpPr>
          <p:nvPr/>
        </p:nvCxnSpPr>
        <p:spPr>
          <a:xfrm>
            <a:off x="715890" y="356812"/>
            <a:ext cx="0" cy="6492875"/>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42967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23B094-F480-477B-901C-7181F88C076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D052089-A920-4E52-98DC-8A5DC7B0ACC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A074FE-F1B4-421F-A66E-FA351C8F99E9}"/>
              </a:ext>
            </a:extLst>
          </p:cNvPr>
          <p:cNvSpPr>
            <a:spLocks noGrp="1"/>
          </p:cNvSpPr>
          <p:nvPr>
            <p:ph type="dt" sz="half" idx="10"/>
          </p:nvPr>
        </p:nvSpPr>
        <p:spPr/>
        <p:txBody>
          <a:bodyPr/>
          <a:lstStyle/>
          <a:p>
            <a:fld id="{6A4B53A7-3209-46A6-9454-F38EAC8F11E7}" type="datetimeFigureOut">
              <a:rPr lang="en-US" smtClean="0"/>
              <a:t>7/2/2020</a:t>
            </a:fld>
            <a:endParaRPr lang="en-US"/>
          </a:p>
        </p:txBody>
      </p:sp>
      <p:sp>
        <p:nvSpPr>
          <p:cNvPr id="5" name="Footer Placeholder 4">
            <a:extLst>
              <a:ext uri="{FF2B5EF4-FFF2-40B4-BE49-F238E27FC236}">
                <a16:creationId xmlns:a16="http://schemas.microsoft.com/office/drawing/2014/main" id="{34D764BA-3AB2-45FD-ABCB-975B3FDDF2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FB3FEF-8252-49FD-82F2-3E5FABC65F9A}"/>
              </a:ext>
            </a:extLst>
          </p:cNvPr>
          <p:cNvSpPr>
            <a:spLocks noGrp="1"/>
          </p:cNvSpPr>
          <p:nvPr>
            <p:ph type="sldNum" sz="quarter" idx="12"/>
          </p:nvPr>
        </p:nvSpPr>
        <p:spPr/>
        <p:txBody>
          <a:bodyPr/>
          <a:lstStyle/>
          <a:p>
            <a:fld id="{27CE633F-9882-4A5C-83A2-1109D0C73261}" type="slidenum">
              <a:rPr lang="en-US" smtClean="0"/>
              <a:t>‹#›</a:t>
            </a:fld>
            <a:endParaRPr lang="en-US"/>
          </a:p>
        </p:txBody>
      </p:sp>
      <p:cxnSp>
        <p:nvCxnSpPr>
          <p:cNvPr id="7" name="Straight Connector 6">
            <a:extLst>
              <a:ext uri="{FF2B5EF4-FFF2-40B4-BE49-F238E27FC236}">
                <a16:creationId xmlns:a16="http://schemas.microsoft.com/office/drawing/2014/main" id="{0AEB5C65-83BB-4EBD-AD22-EDA8489D0F5D}"/>
              </a:ext>
            </a:extLst>
          </p:cNvPr>
          <p:cNvCxnSpPr>
            <a:cxnSpLocks/>
          </p:cNvCxnSpPr>
          <p:nvPr/>
        </p:nvCxnSpPr>
        <p:spPr>
          <a:xfrm flipV="1">
            <a:off x="8313" y="261865"/>
            <a:ext cx="11353802" cy="1"/>
          </a:xfrm>
          <a:prstGeom prst="line">
            <a:avLst/>
          </a:prstGeom>
          <a:ln w="25400" cap="sq">
            <a:gradFill flip="none" rotWithShape="1">
              <a:gsLst>
                <a:gs pos="0">
                  <a:schemeClr val="accent2"/>
                </a:gs>
                <a:gs pos="100000">
                  <a:schemeClr val="accent4"/>
                </a:gs>
              </a:gsLst>
              <a:lin ang="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45017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êu đề Bản chiếu">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vi-VN"/>
              <a:t>Bấm để sửa kiểu tiêu đề Bản cái</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vi-VN"/>
              <a:t>Bấm để chỉnh sửa kiểu tiêu đề phụ của Bản cái</a:t>
            </a:r>
            <a:endParaRPr lang="en-US" dirty="0"/>
          </a:p>
        </p:txBody>
      </p:sp>
      <p:sp>
        <p:nvSpPr>
          <p:cNvPr id="4" name="Date Placeholder 3"/>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pPr/>
              <a:t>‹#›</a:t>
            </a:fld>
            <a:endParaRPr 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688053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êu đề và Nội du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Bấm để sửa kiểu tiêu đề Bản cái</a:t>
            </a:r>
            <a:endParaRPr lang="en-US" dirty="0"/>
          </a:p>
        </p:txBody>
      </p:sp>
      <p:sp>
        <p:nvSpPr>
          <p:cNvPr id="3" name="Content Placeholder 2"/>
          <p:cNvSpPr>
            <a:spLocks noGrp="1"/>
          </p:cNvSpPr>
          <p:nvPr>
            <p:ph idx="1"/>
          </p:nvPr>
        </p:nvSpPr>
        <p:spPr/>
        <p:txBody>
          <a:bodyPr anchor="ct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21280894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vi-VN"/>
              <a:t>Bấm để sửa kiểu tiêu đề Bản cái</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vi-VN"/>
              <a:t>Bấm để chỉnh sửa kiểu văn bản của Bản cái</a:t>
            </a:r>
          </a:p>
        </p:txBody>
      </p:sp>
      <p:sp>
        <p:nvSpPr>
          <p:cNvPr id="4" name="Date Placeholder 3"/>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39034373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Bấm để sửa kiểu tiêu đề Bản cái</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5" name="Date Placeholder 4"/>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427550908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vi-VN"/>
              <a:t>Bấm để sửa kiểu tiêu đề Bản cái</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7" name="Date Placeholder 6"/>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29805750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Bấm để sửa kiểu tiêu đề Bản cái</a:t>
            </a:r>
            <a:endParaRPr lang="en-US" dirty="0"/>
          </a:p>
        </p:txBody>
      </p:sp>
      <p:sp>
        <p:nvSpPr>
          <p:cNvPr id="3" name="Date Placeholder 2"/>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1135131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14400507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vi-VN"/>
              <a:t>Bấm để sửa kiểu tiêu đề Bản cái</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Bấm để chỉnh sửa kiểu văn bản của Bản cái</a:t>
            </a:r>
          </a:p>
        </p:txBody>
      </p:sp>
      <p:sp>
        <p:nvSpPr>
          <p:cNvPr id="5" name="Date Placeholder 4"/>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20128186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vi-VN"/>
              <a:t>Bấm để sửa kiểu tiêu đề Bản cái</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vi-VN"/>
              <a:t>Bấm biểu tượng để thêm hình ảnh</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Bấm để chỉnh sửa kiểu văn bản của Bản cái</a:t>
            </a:r>
          </a:p>
        </p:txBody>
      </p:sp>
      <p:sp>
        <p:nvSpPr>
          <p:cNvPr id="5" name="Date Placeholder 4"/>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42035440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Ảnh Toàn cảnh cùng với Chú thích">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Bấm để sửa kiểu tiêu đề Bản cái</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vi-VN"/>
              <a:t>Bấm biểu tượng để thêm hình ảnh</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vi-VN"/>
              <a:t>Bấm để chỉnh sửa kiểu văn bản của Bản cái</a:t>
            </a:r>
          </a:p>
        </p:txBody>
      </p:sp>
      <p:sp>
        <p:nvSpPr>
          <p:cNvPr id="3" name="Date Placeholder 2"/>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30456029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êu đề và Chú thích">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vi-VN"/>
              <a:t>Bấm để sửa kiểu tiêu đề Bản cái</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vi-VN"/>
              <a:t>Bấm để chỉnh sửa kiểu văn bản của Bản cái</a:t>
            </a:r>
          </a:p>
        </p:txBody>
      </p:sp>
      <p:sp>
        <p:nvSpPr>
          <p:cNvPr id="4" name="Date Placeholder 3"/>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22011232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rích dẫn cùng với Chú thích">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vi-VN"/>
              <a:t>Bấm để sửa kiểu tiêu đề Bản cái</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vi-VN"/>
              <a:t>Bấm để chỉnh sửa kiểu văn bản của Bản cái</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vi-VN"/>
              <a:t>Bấm để chỉnh sửa kiểu văn bản của Bản cái</a:t>
            </a:r>
          </a:p>
        </p:txBody>
      </p:sp>
      <p:sp>
        <p:nvSpPr>
          <p:cNvPr id="4" name="Date Placeholder 3"/>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pPr/>
              <a:t>‹#›</a:t>
            </a:fld>
            <a:endParaRPr 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34117150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Danh Thiếp">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vi-VN"/>
              <a:t>Bấm để sửa kiểu tiêu đề Bản cái</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vi-VN"/>
              <a:t>Bấm để chỉnh sửa kiểu văn bản của Bản cái</a:t>
            </a:r>
          </a:p>
        </p:txBody>
      </p:sp>
      <p:sp>
        <p:nvSpPr>
          <p:cNvPr id="4" name="Date Placeholder 3"/>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120779379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rích dẫn Danh Thiếp">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vi-VN"/>
              <a:t>Bấm để sửa kiểu tiêu đề Bản cái</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vi-VN"/>
              <a:t>Bấm để chỉnh sửa kiểu văn bản của Bản cái</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vi-VN"/>
              <a:t>Bấm để chỉnh sửa kiểu văn bản của Bản cái</a:t>
            </a:r>
          </a:p>
        </p:txBody>
      </p:sp>
      <p:sp>
        <p:nvSpPr>
          <p:cNvPr id="4" name="Date Placeholder 3"/>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pPr/>
              <a:t>‹#›</a:t>
            </a:fld>
            <a:endParaRPr 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78335870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Đúng hoặc Sai">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vi-VN"/>
              <a:t>Bấm để sửa kiểu tiêu đề Bản cái</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vi-VN"/>
              <a:t>Bấm để chỉnh sửa kiểu văn bản của Bản cái</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vi-VN"/>
              <a:t>Bấm để chỉnh sửa kiểu văn bản của Bản cái</a:t>
            </a:r>
          </a:p>
        </p:txBody>
      </p:sp>
      <p:sp>
        <p:nvSpPr>
          <p:cNvPr id="4" name="Date Placeholder 3"/>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30327379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vi-VN"/>
              <a:t>Bấm để sửa kiểu tiêu đề Bản cái</a:t>
            </a:r>
            <a:endParaRPr lang="en-US" dirty="0"/>
          </a:p>
        </p:txBody>
      </p:sp>
      <p:sp>
        <p:nvSpPr>
          <p:cNvPr id="3" name="Vertical Text Placeholder 2"/>
          <p:cNvSpPr>
            <a:spLocks noGrp="1"/>
          </p:cNvSpPr>
          <p:nvPr>
            <p:ph type="body" orient="vert" idx="1"/>
          </p:nvPr>
        </p:nvSpPr>
        <p:spPr/>
        <p:txBody>
          <a:bodyPr vert="eaVert" ancho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148461380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vi-VN"/>
              <a:t>Bấm để sửa kiểu tiêu đề Bản cái</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5634933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êu đề Bản chiếu">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vi-VN"/>
              <a:t>Bấm để sửa kiểu tiêu đề Bản cái</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vi-VN"/>
              <a:t>Bấm để chỉnh sửa kiểu tiêu đề phụ của Bản cái</a:t>
            </a:r>
            <a:endParaRPr lang="en-US" dirty="0"/>
          </a:p>
        </p:txBody>
      </p:sp>
      <p:sp>
        <p:nvSpPr>
          <p:cNvPr id="4" name="Date Placeholder 3"/>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136855767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êu đề và Nội dung">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vi-VN"/>
              <a:t>Bấm để sửa kiểu tiêu đề Bản cái</a:t>
            </a:r>
            <a:endParaRPr lang="en-US" dirty="0"/>
          </a:p>
        </p:txBody>
      </p:sp>
      <p:sp>
        <p:nvSpPr>
          <p:cNvPr id="3" name="Content Placeholder 2"/>
          <p:cNvSpPr>
            <a:spLocks noGrp="1"/>
          </p:cNvSpPr>
          <p:nvPr>
            <p:ph idx="1"/>
          </p:nvPr>
        </p:nvSpPr>
        <p:spPr>
          <a:xfrm>
            <a:off x="818712" y="2222287"/>
            <a:ext cx="10554574" cy="3636511"/>
          </a:xfrm>
        </p:spPr>
        <p:txBody>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87516049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vi-VN"/>
              <a:t>Bấm để sửa kiểu tiêu đề Bản cái</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vi-VN"/>
              <a:t>Bấm để chỉnh sửa kiểu văn bản của Bản cái</a:t>
            </a:r>
          </a:p>
        </p:txBody>
      </p:sp>
      <p:sp>
        <p:nvSpPr>
          <p:cNvPr id="4" name="Date Placeholder 3"/>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26708521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vi-VN"/>
              <a:t>Bấm để sửa kiểu tiêu đề Bản cái</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5" name="Date Placeholder 4"/>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18594457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vi-VN"/>
              <a:t>Bấm để sửa kiểu tiêu đề Bản cái</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7" name="Date Placeholder 6"/>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4896562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vi-VN"/>
              <a:t>Bấm để sửa kiểu tiêu đề Bản cái</a:t>
            </a:r>
            <a:endParaRPr lang="en-US" dirty="0"/>
          </a:p>
        </p:txBody>
      </p:sp>
      <p:sp>
        <p:nvSpPr>
          <p:cNvPr id="3" name="Date Placeholder 2"/>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366836734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182580340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vi-VN"/>
              <a:t>Bấm để sửa kiểu tiêu đề Bản cái</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Bấm để chỉnh sửa kiểu văn bản của Bản cái</a:t>
            </a:r>
          </a:p>
        </p:txBody>
      </p:sp>
      <p:sp>
        <p:nvSpPr>
          <p:cNvPr id="5" name="Date Placeholder 4"/>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399537166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vi-VN"/>
              <a:t>Bấm để sửa kiểu tiêu đề Bản cái</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vi-VN"/>
              <a:t>Bấm biểu tượng để thêm hình ảnh</a:t>
            </a:r>
            <a:endParaRPr lang="en-US" dirty="0"/>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Bấm để chỉnh sửa kiểu văn bản của Bản cái</a:t>
            </a:r>
          </a:p>
        </p:txBody>
      </p:sp>
      <p:sp>
        <p:nvSpPr>
          <p:cNvPr id="5" name="Date Placeholder 4"/>
          <p:cNvSpPr>
            <a:spLocks noGrp="1"/>
          </p:cNvSpPr>
          <p:nvPr>
            <p:ph type="dt" sz="half" idx="10"/>
          </p:nvPr>
        </p:nvSpPr>
        <p:spPr>
          <a:xfrm>
            <a:off x="3885810" y="6041362"/>
            <a:ext cx="976879" cy="365125"/>
          </a:xfrm>
        </p:spPr>
        <p:txBody>
          <a:bodyPr/>
          <a:lstStyle/>
          <a:p>
            <a:fld id="{6A4B53A7-3209-46A6-9454-F38EAC8F11E7}" type="datetimeFigureOut">
              <a:rPr lang="en-US" smtClean="0"/>
              <a:pPr/>
              <a:t>7/2/2020</a:t>
            </a:fld>
            <a:endParaRPr lang="en-US" dirty="0"/>
          </a:p>
        </p:txBody>
      </p:sp>
      <p:sp>
        <p:nvSpPr>
          <p:cNvPr id="6" name="Footer Placeholder 5"/>
          <p:cNvSpPr>
            <a:spLocks noGrp="1"/>
          </p:cNvSpPr>
          <p:nvPr>
            <p:ph type="ftr" sz="quarter" idx="11"/>
          </p:nvPr>
        </p:nvSpPr>
        <p:spPr>
          <a:xfrm>
            <a:off x="590396" y="6041362"/>
            <a:ext cx="3295413" cy="365125"/>
          </a:xfrm>
        </p:spPr>
        <p:txBody>
          <a:bodyPr/>
          <a:lstStyle/>
          <a:p>
            <a:endParaRPr lang="en-US"/>
          </a:p>
        </p:txBody>
      </p:sp>
      <p:sp>
        <p:nvSpPr>
          <p:cNvPr id="7" name="Slide Number Placeholder 6"/>
          <p:cNvSpPr>
            <a:spLocks noGrp="1"/>
          </p:cNvSpPr>
          <p:nvPr>
            <p:ph type="sldNum" sz="quarter" idx="12"/>
          </p:nvPr>
        </p:nvSpPr>
        <p:spPr>
          <a:xfrm>
            <a:off x="4862689" y="5915888"/>
            <a:ext cx="1062155" cy="490599"/>
          </a:xfrm>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149164861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Ảnh Toàn cảnh cùng với Chú thích">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vi-VN"/>
              <a:t>Bấm để sửa kiểu tiêu đề Bản cái</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vi-VN"/>
              <a:t>Bấm biểu tượng để thêm hình ảnh</a:t>
            </a:r>
            <a:endParaRPr lang="en-US" dirty="0"/>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Bấm để chỉnh sửa kiểu văn bản của Bản cái</a:t>
            </a:r>
          </a:p>
        </p:txBody>
      </p:sp>
      <p:sp>
        <p:nvSpPr>
          <p:cNvPr id="5" name="Date Placeholder 4"/>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93180483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rích dẫn cùng với Chú thích">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vi-VN"/>
              <a:t>Bấm để sửa kiểu tiêu đề Bản cái</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vi-VN"/>
              <a:t>Bấm để chỉnh sửa kiểu văn bản của Bản cái</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vi-VN"/>
              <a:t>Bấm để chỉnh sửa kiểu văn bản của Bản cái</a:t>
            </a:r>
          </a:p>
        </p:txBody>
      </p:sp>
      <p:sp>
        <p:nvSpPr>
          <p:cNvPr id="4" name="Date Placeholder 3"/>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204752280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Danh Thiếp">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vi-VN"/>
              <a:t>Bấm để sửa kiểu tiêu đề Bản cái</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vi-VN"/>
              <a:t>Bấm để chỉnh sửa kiểu văn bản của Bản cái</a:t>
            </a:r>
          </a:p>
        </p:txBody>
      </p:sp>
      <p:sp>
        <p:nvSpPr>
          <p:cNvPr id="2" name="Date Placeholder 1"/>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367578808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vi-VN"/>
              <a:t>Bấm để sửa kiểu tiêu đề Bản cái</a:t>
            </a:r>
            <a:endParaRPr lang="en-US" dirty="0"/>
          </a:p>
        </p:txBody>
      </p:sp>
      <p:sp>
        <p:nvSpPr>
          <p:cNvPr id="3" name="Vertical Text Placeholder 2"/>
          <p:cNvSpPr>
            <a:spLocks noGrp="1"/>
          </p:cNvSpPr>
          <p:nvPr>
            <p:ph type="body" orient="vert" idx="1"/>
          </p:nvPr>
        </p:nvSpPr>
        <p:spPr/>
        <p:txBody>
          <a:bodyPr vert="eaVert" ancho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167971350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vi-VN"/>
              <a:t>Bấm để sửa kiểu tiêu đề Bản cái</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136828210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title" preserve="1">
  <p:cSld name="Tiêu đề Bản chiếu">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vi-VN"/>
              <a:t>Bấm để sửa kiểu tiêu đề Bản cái</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vi-VN"/>
              <a:t>Bấm để chỉnh sửa kiểu tiêu đề phụ của Bản cái</a:t>
            </a:r>
            <a:endParaRPr lang="en-US" dirty="0"/>
          </a:p>
        </p:txBody>
      </p:sp>
      <p:sp>
        <p:nvSpPr>
          <p:cNvPr id="4" name="Date Placeholder 3"/>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11177064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reserve="1">
  <p:cSld name="Tiêu đề và Nội du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Bấm để sửa kiểu tiêu đề Bản cái</a:t>
            </a:r>
            <a:endParaRPr lang="en-US" dirty="0"/>
          </a:p>
        </p:txBody>
      </p:sp>
      <p:sp>
        <p:nvSpPr>
          <p:cNvPr id="3" name="Content Placeholder 2"/>
          <p:cNvSpPr>
            <a:spLocks noGrp="1"/>
          </p:cNvSpPr>
          <p:nvPr>
            <p:ph idx="1"/>
          </p:nvPr>
        </p:nvSpPr>
        <p:spPr/>
        <p:txBody>
          <a:bodyPr anchor="ct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368391667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secHead" preserve="1">
  <p:cSld name="Đầu trang của Phần">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vi-VN"/>
              <a:t>Bấm để sửa kiểu tiêu đề Bản cái</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vi-VN"/>
              <a:t>Bấm để chỉnh sửa kiểu văn bản của Bản cái</a:t>
            </a:r>
          </a:p>
        </p:txBody>
      </p:sp>
      <p:sp>
        <p:nvSpPr>
          <p:cNvPr id="4" name="Date Placeholder 3"/>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309099279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 preserve="1">
  <p:cSld name="Hai Nội dung">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vi-VN"/>
              <a:t>Bấm để sửa kiểu tiêu đề Bản cái</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5" name="Date Placeholder 4"/>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11350125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TxTwoObj" preserve="1">
  <p:cSld name="Phép so sánh">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vi-VN"/>
              <a:t>Bấm để sửa kiểu tiêu đề Bản cái</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vi-VN"/>
              <a:t>Bấm để chỉnh sửa kiểu văn bản của Bản cái</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7" name="Date Placeholder 6"/>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324801674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Chỉ Tiêu đề">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Bấm để sửa kiểu tiêu đề Bản cái</a:t>
            </a:r>
            <a:endParaRPr lang="en-US" dirty="0"/>
          </a:p>
        </p:txBody>
      </p:sp>
      <p:sp>
        <p:nvSpPr>
          <p:cNvPr id="3" name="Date Placeholder 2"/>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184523784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Trốn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329110340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Nội dung với Chú thích">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vi-VN"/>
              <a:t>Bấm để sửa kiểu tiêu đề Bản cái</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Bấm để chỉnh sửa kiểu văn bản của Bản cái</a:t>
            </a:r>
          </a:p>
        </p:txBody>
      </p:sp>
      <p:sp>
        <p:nvSpPr>
          <p:cNvPr id="5" name="Date Placeholder 4"/>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86731085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picTx" preserve="1">
  <p:cSld name="Ảnh với Chú thích">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vi-VN"/>
              <a:t>Bấm để sửa kiểu tiêu đề Bản cái</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vi-VN"/>
              <a:t>Bấm biểu tượng để thêm hình ảnh</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Bấm để chỉnh sửa kiểu văn bản của Bản cái</a:t>
            </a:r>
          </a:p>
        </p:txBody>
      </p:sp>
      <p:sp>
        <p:nvSpPr>
          <p:cNvPr id="5" name="Date Placeholder 4"/>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159766001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Ảnh Toàn cảnh cùng với Chú thích">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vi-VN"/>
              <a:t>Bấm để sửa kiểu tiêu đề Bản cái</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vi-VN"/>
              <a:t>Bấm biểu tượng để thêm hình ảnh</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vi-VN"/>
              <a:t>Bấm để chỉnh sửa kiểu văn bản của Bản cái</a:t>
            </a:r>
          </a:p>
        </p:txBody>
      </p:sp>
      <p:sp>
        <p:nvSpPr>
          <p:cNvPr id="5" name="Date Placeholder 4"/>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391145122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iêu đề và Chú thích">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vi-VN"/>
              <a:t>Bấm để sửa kiểu tiêu đề Bản cái</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vi-VN"/>
              <a:t>Bấm để chỉnh sửa kiểu văn bản của Bản cái</a:t>
            </a:r>
          </a:p>
        </p:txBody>
      </p:sp>
      <p:sp>
        <p:nvSpPr>
          <p:cNvPr id="4" name="Date Placeholder 3"/>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75811284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rích dẫn cùng với Chú thích">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vi-VN"/>
              <a:t>Bấm để sửa kiểu tiêu đề Bản cái</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vi-VN"/>
              <a:t>Bấm để chỉnh sửa kiểu văn bản của Bản cái</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vi-VN"/>
              <a:t>Bấm để chỉnh sửa kiểu văn bản của Bản cái</a:t>
            </a:r>
          </a:p>
        </p:txBody>
      </p:sp>
      <p:sp>
        <p:nvSpPr>
          <p:cNvPr id="4" name="Date Placeholder 3"/>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87226997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anh Thiếp">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vi-VN"/>
              <a:t>Bấm để sửa kiểu tiêu đề Bản cái</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vi-VN"/>
              <a:t>Bấm để chỉnh sửa kiểu văn bản của Bản cái</a:t>
            </a:r>
          </a:p>
        </p:txBody>
      </p:sp>
      <p:sp>
        <p:nvSpPr>
          <p:cNvPr id="4" name="Date Placeholder 3"/>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115950220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rích dẫn Danh Thiếp">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vi-VN"/>
              <a:t>Bấm để sửa kiểu tiêu đề Bản cái</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vi-VN"/>
              <a:t>Bấm để chỉnh sửa kiểu văn bản của Bản cái</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vi-VN"/>
              <a:t>Bấm để chỉnh sửa kiểu văn bản của Bản cái</a:t>
            </a:r>
          </a:p>
        </p:txBody>
      </p:sp>
      <p:sp>
        <p:nvSpPr>
          <p:cNvPr id="4" name="Date Placeholder 3"/>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372258241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Đúng hoặc Sai">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vi-VN"/>
              <a:t>Bấm để sửa kiểu tiêu đề Bản cái</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vi-VN"/>
              <a:t>Bấm để chỉnh sửa kiểu văn bản của Bản cái</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vi-VN"/>
              <a:t>Bấm để chỉnh sửa kiểu văn bản của Bản cái</a:t>
            </a:r>
          </a:p>
        </p:txBody>
      </p:sp>
      <p:sp>
        <p:nvSpPr>
          <p:cNvPr id="4" name="Date Placeholder 3"/>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48471019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êu đề và Văn bản Dọc">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vi-VN"/>
              <a:t>Bấm để sửa kiểu tiêu đề Bản cái</a:t>
            </a:r>
            <a:endParaRPr lang="en-US" dirty="0"/>
          </a:p>
        </p:txBody>
      </p:sp>
      <p:sp>
        <p:nvSpPr>
          <p:cNvPr id="3" name="Vertical Text Placeholder 2"/>
          <p:cNvSpPr>
            <a:spLocks noGrp="1"/>
          </p:cNvSpPr>
          <p:nvPr>
            <p:ph type="body" orient="vert" idx="1"/>
          </p:nvPr>
        </p:nvSpPr>
        <p:spPr/>
        <p:txBody>
          <a:bodyPr vert="eaVert" ancho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31603679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Tiêu đề Dọc và Văn bả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vi-VN"/>
              <a:t>Bấm để sửa kiểu tiêu đề Bản cái</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p:cNvSpPr>
            <a:spLocks noGrp="1"/>
          </p:cNvSpPr>
          <p:nvPr>
            <p:ph type="dt" sz="half" idx="10"/>
          </p:nvPr>
        </p:nvSpPr>
        <p:spPr/>
        <p:txBody>
          <a:bodyPr/>
          <a:lstStyle/>
          <a:p>
            <a:fld id="{6A4B53A7-3209-46A6-9454-F38EAC8F11E7}" type="datetimeFigureOut">
              <a:rPr lang="en-US" smtClean="0"/>
              <a:pPr/>
              <a:t>7/2/2020</a:t>
            </a:fld>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CE633F-9882-4A5C-83A2-1109D0C73261}" type="slidenum">
              <a:rPr lang="en-US" smtClean="0"/>
              <a:pPr/>
              <a:t>‹#›</a:t>
            </a:fld>
            <a:endParaRPr lang="en-US"/>
          </a:p>
        </p:txBody>
      </p:sp>
    </p:spTree>
    <p:extLst>
      <p:ext uri="{BB962C8B-B14F-4D97-AF65-F5344CB8AC3E}">
        <p14:creationId xmlns:p14="http://schemas.microsoft.com/office/powerpoint/2010/main" val="25694925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2" Type="http://schemas.openxmlformats.org/officeDocument/2006/relationships/slideLayout" Target="../slideLayouts/slideLayout30.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5" Type="http://schemas.openxmlformats.org/officeDocument/2006/relationships/theme" Target="../theme/theme3.xml"/><Relationship Id="rId10" Type="http://schemas.openxmlformats.org/officeDocument/2006/relationships/slideLayout" Target="../slideLayouts/slideLayout38.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0.xml"/><Relationship Id="rId13" Type="http://schemas.openxmlformats.org/officeDocument/2006/relationships/slideLayout" Target="../slideLayouts/slideLayout55.xml"/><Relationship Id="rId18" Type="http://schemas.openxmlformats.org/officeDocument/2006/relationships/theme" Target="../theme/theme4.xml"/><Relationship Id="rId3" Type="http://schemas.openxmlformats.org/officeDocument/2006/relationships/slideLayout" Target="../slideLayouts/slideLayout45.xml"/><Relationship Id="rId7" Type="http://schemas.openxmlformats.org/officeDocument/2006/relationships/slideLayout" Target="../slideLayouts/slideLayout49.xml"/><Relationship Id="rId12" Type="http://schemas.openxmlformats.org/officeDocument/2006/relationships/slideLayout" Target="../slideLayouts/slideLayout54.xml"/><Relationship Id="rId17" Type="http://schemas.openxmlformats.org/officeDocument/2006/relationships/slideLayout" Target="../slideLayouts/slideLayout59.xml"/><Relationship Id="rId2" Type="http://schemas.openxmlformats.org/officeDocument/2006/relationships/slideLayout" Target="../slideLayouts/slideLayout44.xml"/><Relationship Id="rId16" Type="http://schemas.openxmlformats.org/officeDocument/2006/relationships/slideLayout" Target="../slideLayouts/slideLayout58.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slideLayout" Target="../slideLayouts/slideLayout53.xml"/><Relationship Id="rId5" Type="http://schemas.openxmlformats.org/officeDocument/2006/relationships/slideLayout" Target="../slideLayouts/slideLayout47.xml"/><Relationship Id="rId15" Type="http://schemas.openxmlformats.org/officeDocument/2006/relationships/slideLayout" Target="../slideLayouts/slideLayout57.xml"/><Relationship Id="rId10" Type="http://schemas.openxmlformats.org/officeDocument/2006/relationships/slideLayout" Target="../slideLayouts/slideLayout52.xml"/><Relationship Id="rId4" Type="http://schemas.openxmlformats.org/officeDocument/2006/relationships/slideLayout" Target="../slideLayouts/slideLayout46.xml"/><Relationship Id="rId9" Type="http://schemas.openxmlformats.org/officeDocument/2006/relationships/slideLayout" Target="../slideLayouts/slideLayout51.xml"/><Relationship Id="rId14" Type="http://schemas.openxmlformats.org/officeDocument/2006/relationships/slideLayout" Target="../slideLayouts/slideLayout5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DA4224-F4E4-47A4-ACF7-2317493908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1679907-DC49-4B86-A34C-C97DBC26A9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DBC8A0-34FC-4B6E-B42B-A721267D89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1" i="0" cap="all" spc="100" baseline="0">
                <a:solidFill>
                  <a:schemeClr val="tx1">
                    <a:tint val="75000"/>
                  </a:schemeClr>
                </a:solidFill>
              </a:defRPr>
            </a:lvl1pPr>
          </a:lstStyle>
          <a:p>
            <a:fld id="{6A4B53A7-3209-46A6-9454-F38EAC8F11E7}" type="datetimeFigureOut">
              <a:rPr lang="en-US" smtClean="0"/>
              <a:pPr/>
              <a:t>7/2/2020</a:t>
            </a:fld>
            <a:endParaRPr lang="en-US" dirty="0"/>
          </a:p>
        </p:txBody>
      </p:sp>
      <p:sp>
        <p:nvSpPr>
          <p:cNvPr id="5" name="Footer Placeholder 4">
            <a:extLst>
              <a:ext uri="{FF2B5EF4-FFF2-40B4-BE49-F238E27FC236}">
                <a16:creationId xmlns:a16="http://schemas.microsoft.com/office/drawing/2014/main" id="{609AC0B6-4CC4-4E41-8A4D-F62E17F285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i="0" cap="all" spc="100" baseline="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6C0E9BD-90BD-46AE-8A0D-06796ADB76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i="0" cap="all" spc="100" baseline="0">
                <a:solidFill>
                  <a:schemeClr val="tx1">
                    <a:tint val="75000"/>
                  </a:schemeClr>
                </a:solidFill>
              </a:defRPr>
            </a:lvl1pPr>
          </a:lstStyle>
          <a:p>
            <a:fld id="{27CE633F-9882-4A5C-83A2-1109D0C73261}" type="slidenum">
              <a:rPr lang="en-US" smtClean="0"/>
              <a:pPr/>
              <a:t>‹#›</a:t>
            </a:fld>
            <a:endParaRPr lang="en-US"/>
          </a:p>
        </p:txBody>
      </p:sp>
    </p:spTree>
    <p:extLst>
      <p:ext uri="{BB962C8B-B14F-4D97-AF65-F5344CB8AC3E}">
        <p14:creationId xmlns:p14="http://schemas.microsoft.com/office/powerpoint/2010/main" val="531189864"/>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22" r:id="rId7"/>
    <p:sldLayoutId id="2147483718" r:id="rId8"/>
    <p:sldLayoutId id="2147483719" r:id="rId9"/>
    <p:sldLayoutId id="2147483720" r:id="rId10"/>
    <p:sldLayoutId id="214748372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vi-VN"/>
              <a:t>Bấm để sửa kiểu tiêu đề Bản cái</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6A4B53A7-3209-46A6-9454-F38EAC8F11E7}" type="datetimeFigureOut">
              <a:rPr lang="en-US" smtClean="0"/>
              <a:pPr/>
              <a:t>7/2/2020</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27CE633F-9882-4A5C-83A2-1109D0C73261}" type="slidenum">
              <a:rPr lang="en-US" smtClean="0"/>
              <a:pPr/>
              <a:t>‹#›</a:t>
            </a:fld>
            <a:endParaRPr lang="en-US"/>
          </a:p>
        </p:txBody>
      </p:sp>
    </p:spTree>
    <p:extLst>
      <p:ext uri="{BB962C8B-B14F-4D97-AF65-F5344CB8AC3E}">
        <p14:creationId xmlns:p14="http://schemas.microsoft.com/office/powerpoint/2010/main" val="4238619710"/>
      </p:ext>
    </p:extLst>
  </p:cSld>
  <p:clrMap bg1="dk1" tx1="lt1" bg2="dk2" tx2="lt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 id="2147483736" r:id="rId12"/>
    <p:sldLayoutId id="2147483737" r:id="rId13"/>
    <p:sldLayoutId id="2147483738" r:id="rId14"/>
    <p:sldLayoutId id="2147483739" r:id="rId15"/>
    <p:sldLayoutId id="2147483740" r:id="rId16"/>
    <p:sldLayoutId id="2147483741"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vi-VN"/>
              <a:t>Bấm để sửa kiểu tiêu đề Bản cái</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6A4B53A7-3209-46A6-9454-F38EAC8F11E7}" type="datetimeFigureOut">
              <a:rPr lang="en-US" smtClean="0"/>
              <a:pPr/>
              <a:t>7/2/2020</a:t>
            </a:fld>
            <a:endParaRPr lang="en-US" dirty="0"/>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27CE633F-9882-4A5C-83A2-1109D0C73261}" type="slidenum">
              <a:rPr lang="en-US" smtClean="0"/>
              <a:pPr/>
              <a:t>‹#›</a:t>
            </a:fld>
            <a:endParaRPr lang="en-US"/>
          </a:p>
        </p:txBody>
      </p:sp>
    </p:spTree>
    <p:extLst>
      <p:ext uri="{BB962C8B-B14F-4D97-AF65-F5344CB8AC3E}">
        <p14:creationId xmlns:p14="http://schemas.microsoft.com/office/powerpoint/2010/main" val="1481423802"/>
      </p:ext>
    </p:extLst>
  </p:cSld>
  <p:clrMap bg1="dk1" tx1="lt1" bg2="dk2" tx2="lt2" accent1="accent1" accent2="accent2" accent3="accent3" accent4="accent4" accent5="accent5" accent6="accent6" hlink="hlink" folHlink="folHlink"/>
  <p:sldLayoutIdLst>
    <p:sldLayoutId id="2147483773" r:id="rId1"/>
    <p:sldLayoutId id="2147483774" r:id="rId2"/>
    <p:sldLayoutId id="2147483775" r:id="rId3"/>
    <p:sldLayoutId id="2147483776" r:id="rId4"/>
    <p:sldLayoutId id="2147483777" r:id="rId5"/>
    <p:sldLayoutId id="2147483778" r:id="rId6"/>
    <p:sldLayoutId id="2147483779" r:id="rId7"/>
    <p:sldLayoutId id="2147483780" r:id="rId8"/>
    <p:sldLayoutId id="2147483781" r:id="rId9"/>
    <p:sldLayoutId id="2147483782" r:id="rId10"/>
    <p:sldLayoutId id="2147483783" r:id="rId11"/>
    <p:sldLayoutId id="2147483784" r:id="rId12"/>
    <p:sldLayoutId id="2147483785" r:id="rId13"/>
    <p:sldLayoutId id="2147483786" r:id="rId14"/>
  </p:sldLayoutIdLst>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vi-VN"/>
              <a:t>Bấm để sửa kiểu tiêu đề Bản cái</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vi-VN"/>
              <a:t>Bấm để chỉnh sửa kiểu văn bản của Bản cái</a:t>
            </a:r>
          </a:p>
          <a:p>
            <a:pPr lvl="1"/>
            <a:r>
              <a:rPr lang="vi-VN"/>
              <a:t>Mức hai</a:t>
            </a:r>
          </a:p>
          <a:p>
            <a:pPr lvl="2"/>
            <a:r>
              <a:rPr lang="vi-VN"/>
              <a:t>Mức ba</a:t>
            </a:r>
          </a:p>
          <a:p>
            <a:pPr lvl="3"/>
            <a:r>
              <a:rPr lang="vi-VN"/>
              <a:t>Mức bốn</a:t>
            </a:r>
          </a:p>
          <a:p>
            <a:pPr lvl="4"/>
            <a:r>
              <a:rPr lang="vi-VN"/>
              <a:t>Mức năm</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6A4B53A7-3209-46A6-9454-F38EAC8F11E7}" type="datetimeFigureOut">
              <a:rPr lang="en-US" smtClean="0"/>
              <a:pPr/>
              <a:t>7/2/2020</a:t>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7CE633F-9882-4A5C-83A2-1109D0C73261}" type="slidenum">
              <a:rPr lang="en-US" smtClean="0"/>
              <a:pPr/>
              <a:t>‹#›</a:t>
            </a:fld>
            <a:endParaRPr lang="en-US"/>
          </a:p>
        </p:txBody>
      </p:sp>
    </p:spTree>
    <p:extLst>
      <p:ext uri="{BB962C8B-B14F-4D97-AF65-F5344CB8AC3E}">
        <p14:creationId xmlns:p14="http://schemas.microsoft.com/office/powerpoint/2010/main" val="2938441326"/>
      </p:ext>
    </p:extLst>
  </p:cSld>
  <p:clrMap bg1="lt1" tx1="dk1" bg2="lt2" tx2="dk2" accent1="accent1" accent2="accent2" accent3="accent3" accent4="accent4" accent5="accent5" accent6="accent6" hlink="hlink" folHlink="folHlink"/>
  <p:sldLayoutIdLst>
    <p:sldLayoutId id="2147483867" r:id="rId1"/>
    <p:sldLayoutId id="2147483868" r:id="rId2"/>
    <p:sldLayoutId id="2147483869" r:id="rId3"/>
    <p:sldLayoutId id="2147483870" r:id="rId4"/>
    <p:sldLayoutId id="2147483871" r:id="rId5"/>
    <p:sldLayoutId id="2147483872" r:id="rId6"/>
    <p:sldLayoutId id="2147483873" r:id="rId7"/>
    <p:sldLayoutId id="2147483874" r:id="rId8"/>
    <p:sldLayoutId id="2147483875" r:id="rId9"/>
    <p:sldLayoutId id="2147483876" r:id="rId10"/>
    <p:sldLayoutId id="2147483877" r:id="rId11"/>
    <p:sldLayoutId id="2147483878" r:id="rId12"/>
    <p:sldLayoutId id="2147483879" r:id="rId13"/>
    <p:sldLayoutId id="2147483880" r:id="rId14"/>
    <p:sldLayoutId id="2147483881" r:id="rId15"/>
    <p:sldLayoutId id="2147483882" r:id="rId16"/>
    <p:sldLayoutId id="2147483883"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0.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0.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158B3569-73B2-4D05-8E95-886A6EE17F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416147BA-D39A-4455-82EC-F40D0EF42CA5}"/>
              </a:ext>
            </a:extLst>
          </p:cNvPr>
          <p:cNvPicPr>
            <a:picLocks noChangeAspect="1"/>
          </p:cNvPicPr>
          <p:nvPr/>
        </p:nvPicPr>
        <p:blipFill rotWithShape="1">
          <a:blip r:embed="rId2">
            <a:alphaModFix/>
          </a:blip>
          <a:srcRect t="34970" b="21436"/>
          <a:stretch/>
        </p:blipFill>
        <p:spPr>
          <a:xfrm>
            <a:off x="0" y="10"/>
            <a:ext cx="12192000" cy="6857990"/>
          </a:xfrm>
          <a:prstGeom prst="rect">
            <a:avLst/>
          </a:prstGeom>
        </p:spPr>
      </p:pic>
      <p:sp>
        <p:nvSpPr>
          <p:cNvPr id="24" name="Rectangle 23">
            <a:extLst>
              <a:ext uri="{FF2B5EF4-FFF2-40B4-BE49-F238E27FC236}">
                <a16:creationId xmlns:a16="http://schemas.microsoft.com/office/drawing/2014/main" id="{2D92A843-3FA1-4DFF-99F6-47FA457D7C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014761" cy="6858000"/>
          </a:xfrm>
          <a:prstGeom prst="rect">
            <a:avLst/>
          </a:prstGeom>
          <a:gradFill flip="none" rotWithShape="1">
            <a:gsLst>
              <a:gs pos="100000">
                <a:schemeClr val="accent4">
                  <a:alpha val="60000"/>
                </a:schemeClr>
              </a:gs>
              <a:gs pos="0">
                <a:schemeClr val="accent2">
                  <a:alpha val="6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êu đề 1">
            <a:extLst>
              <a:ext uri="{FF2B5EF4-FFF2-40B4-BE49-F238E27FC236}">
                <a16:creationId xmlns:a16="http://schemas.microsoft.com/office/drawing/2014/main" id="{E120D0EC-C1FA-4ECC-A923-9A13370061CB}"/>
              </a:ext>
            </a:extLst>
          </p:cNvPr>
          <p:cNvSpPr>
            <a:spLocks noGrp="1"/>
          </p:cNvSpPr>
          <p:nvPr>
            <p:ph type="ctrTitle"/>
          </p:nvPr>
        </p:nvSpPr>
        <p:spPr>
          <a:xfrm>
            <a:off x="-733423" y="1089866"/>
            <a:ext cx="5748185" cy="1844264"/>
          </a:xfrm>
        </p:spPr>
        <p:txBody>
          <a:bodyPr anchor="b">
            <a:normAutofit/>
          </a:bodyPr>
          <a:lstStyle/>
          <a:p>
            <a:pPr algn="r"/>
            <a:r>
              <a:rPr lang="en-US" sz="5000">
                <a:solidFill>
                  <a:schemeClr val="bg1"/>
                </a:solidFill>
              </a:rPr>
              <a:t>WEB CRAWLER</a:t>
            </a:r>
            <a:br>
              <a:rPr lang="en-US" sz="5000">
                <a:solidFill>
                  <a:schemeClr val="bg1"/>
                </a:solidFill>
              </a:rPr>
            </a:br>
            <a:r>
              <a:rPr lang="en-US" sz="6600">
                <a:solidFill>
                  <a:schemeClr val="bg1"/>
                </a:solidFill>
              </a:rPr>
              <a:t>SCRAPY</a:t>
            </a:r>
            <a:r>
              <a:rPr lang="en-US" sz="5000">
                <a:solidFill>
                  <a:schemeClr val="bg1"/>
                </a:solidFill>
              </a:rPr>
              <a:t> </a:t>
            </a:r>
            <a:endParaRPr lang="vi-VN" sz="5000">
              <a:solidFill>
                <a:schemeClr val="bg1"/>
              </a:solidFill>
            </a:endParaRPr>
          </a:p>
        </p:txBody>
      </p:sp>
      <p:sp>
        <p:nvSpPr>
          <p:cNvPr id="3" name="Tiêu đề phụ 2">
            <a:extLst>
              <a:ext uri="{FF2B5EF4-FFF2-40B4-BE49-F238E27FC236}">
                <a16:creationId xmlns:a16="http://schemas.microsoft.com/office/drawing/2014/main" id="{E081B305-C8DC-4FCE-B68B-C26DC1CB9D75}"/>
              </a:ext>
            </a:extLst>
          </p:cNvPr>
          <p:cNvSpPr>
            <a:spLocks noGrp="1"/>
          </p:cNvSpPr>
          <p:nvPr>
            <p:ph type="subTitle" idx="1"/>
          </p:nvPr>
        </p:nvSpPr>
        <p:spPr>
          <a:xfrm>
            <a:off x="-2" y="3925984"/>
            <a:ext cx="4852838" cy="1844261"/>
          </a:xfrm>
        </p:spPr>
        <p:txBody>
          <a:bodyPr>
            <a:normAutofit/>
          </a:bodyPr>
          <a:lstStyle/>
          <a:p>
            <a:pPr algn="r"/>
            <a:r>
              <a:rPr lang="en-US">
                <a:solidFill>
                  <a:schemeClr val="bg1"/>
                </a:solidFill>
                <a:latin typeface="Baskerville Old Face" panose="02020602080505020303" pitchFamily="18" charset="0"/>
              </a:rPr>
              <a:t>NHÓM 6: MAYBACH</a:t>
            </a:r>
          </a:p>
          <a:p>
            <a:pPr algn="r"/>
            <a:r>
              <a:rPr lang="en-US">
                <a:solidFill>
                  <a:schemeClr val="bg1"/>
                </a:solidFill>
                <a:latin typeface="Baskerville Old Face" panose="02020602080505020303" pitchFamily="18" charset="0"/>
              </a:rPr>
              <a:t>1712921 – NGUYỄN THÁI VŨ</a:t>
            </a:r>
          </a:p>
          <a:p>
            <a:pPr algn="r"/>
            <a:r>
              <a:rPr lang="en-US">
                <a:solidFill>
                  <a:schemeClr val="bg1"/>
                </a:solidFill>
                <a:latin typeface="Baskerville Old Face" panose="02020602080505020303" pitchFamily="18" charset="0"/>
              </a:rPr>
              <a:t>1712564 – VŨ ANH LINH</a:t>
            </a:r>
          </a:p>
          <a:p>
            <a:pPr algn="r"/>
            <a:r>
              <a:rPr lang="en-US">
                <a:solidFill>
                  <a:schemeClr val="bg1"/>
                </a:solidFill>
                <a:latin typeface="Baskerville Old Face" panose="02020602080505020303" pitchFamily="18" charset="0"/>
              </a:rPr>
              <a:t>1712904 – NGUYỄN BÁCH VIỆT</a:t>
            </a:r>
            <a:endParaRPr lang="vi-VN">
              <a:solidFill>
                <a:schemeClr val="bg1"/>
              </a:solidFill>
              <a:latin typeface="Bahnschrift Light Condensed" panose="020B0502040204020203" pitchFamily="34" charset="0"/>
            </a:endParaRPr>
          </a:p>
        </p:txBody>
      </p:sp>
      <p:sp>
        <p:nvSpPr>
          <p:cNvPr id="26" name="Graphic 17">
            <a:extLst>
              <a:ext uri="{FF2B5EF4-FFF2-40B4-BE49-F238E27FC236}">
                <a16:creationId xmlns:a16="http://schemas.microsoft.com/office/drawing/2014/main" id="{B71758F4-3F46-45DA-8AC5-4E508DA080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57736" y="815001"/>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a:p>
        </p:txBody>
      </p:sp>
      <p:sp>
        <p:nvSpPr>
          <p:cNvPr id="28" name="Graphic 15">
            <a:extLst>
              <a:ext uri="{FF2B5EF4-FFF2-40B4-BE49-F238E27FC236}">
                <a16:creationId xmlns:a16="http://schemas.microsoft.com/office/drawing/2014/main" id="{8550FED7-7C32-42BB-98DB-30272A6331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16516" y="104429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a:p>
        </p:txBody>
      </p:sp>
      <p:cxnSp>
        <p:nvCxnSpPr>
          <p:cNvPr id="30" name="Straight Connector 29">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274341"/>
            <a:ext cx="11353800" cy="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6014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81BBDC9-2DC6-4959-AC3D-49A5DCB05D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B74BB55-8517-4CFE-9389-81D0E6F81F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438656" cy="6858000"/>
          </a:xfrm>
          <a:prstGeom prst="rect">
            <a:avLst/>
          </a:prstGeom>
          <a:solidFill>
            <a:schemeClr val="accent1">
              <a:lumMod val="5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grpSp>
        <p:nvGrpSpPr>
          <p:cNvPr id="12" name="Group 11">
            <a:extLst>
              <a:ext uri="{FF2B5EF4-FFF2-40B4-BE49-F238E27FC236}">
                <a16:creationId xmlns:a16="http://schemas.microsoft.com/office/drawing/2014/main" id="{A3F7C935-E41E-4E8D-91DF-D3BAB9521DF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0045" y="4435646"/>
            <a:ext cx="1419541" cy="1660354"/>
            <a:chOff x="10292292" y="2963333"/>
            <a:chExt cx="1896535" cy="2218267"/>
          </a:xfrm>
        </p:grpSpPr>
        <p:cxnSp>
          <p:nvCxnSpPr>
            <p:cNvPr id="13" name="Straight Connector 12">
              <a:extLst>
                <a:ext uri="{FF2B5EF4-FFF2-40B4-BE49-F238E27FC236}">
                  <a16:creationId xmlns:a16="http://schemas.microsoft.com/office/drawing/2014/main" id="{4FB64230-1B44-4C76-9885-0BBE5C736C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1276012" y="2963333"/>
              <a:ext cx="912814" cy="912812"/>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D3F7F181-4FFE-4F8E-A3D0-1A8ECDEFFB3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0292292" y="3190344"/>
              <a:ext cx="1896535" cy="1896533"/>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2066495D-EC57-44E4-8DED-0DC2E07AA2F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292292" y="3285067"/>
              <a:ext cx="1896534" cy="1896533"/>
            </a:xfrm>
            <a:prstGeom prst="line">
              <a:avLst/>
            </a:prstGeom>
            <a:ln w="952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0E0DA2F2-D672-4417-8072-9ED4FA5CC59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443103" y="3131080"/>
              <a:ext cx="1745722" cy="1745720"/>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30E8BACB-AEC7-46A5-A3AD-4D1BBE8715B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0918826" y="3683001"/>
              <a:ext cx="1270001" cy="1269999"/>
            </a:xfrm>
            <a:prstGeom prst="line">
              <a:avLst/>
            </a:prstGeom>
            <a:ln w="28575">
              <a:solidFill>
                <a:srgbClr val="FFFFFF"/>
              </a:solidFill>
            </a:ln>
          </p:spPr>
          <p:style>
            <a:lnRef idx="2">
              <a:schemeClr val="accent1"/>
            </a:lnRef>
            <a:fillRef idx="0">
              <a:schemeClr val="accent1"/>
            </a:fillRef>
            <a:effectRef idx="1">
              <a:schemeClr val="accent1"/>
            </a:effectRef>
            <a:fontRef idx="minor">
              <a:schemeClr val="tx1"/>
            </a:fontRef>
          </p:style>
        </p:cxnSp>
      </p:grpSp>
      <p:sp>
        <p:nvSpPr>
          <p:cNvPr id="19" name="Rectangle 18">
            <a:extLst>
              <a:ext uri="{FF2B5EF4-FFF2-40B4-BE49-F238E27FC236}">
                <a16:creationId xmlns:a16="http://schemas.microsoft.com/office/drawing/2014/main" id="{08452CCF-4A27-488A-AAF4-424933CFC9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74212" y="0"/>
            <a:ext cx="4657345" cy="6858000"/>
          </a:xfrm>
          <a:prstGeom prst="rect">
            <a:avLst/>
          </a:prstGeom>
          <a:solidFill>
            <a:schemeClr val="accent1">
              <a:lumMod val="75000"/>
            </a:schemeClr>
          </a:solidFill>
          <a:ln>
            <a:noFill/>
          </a:ln>
          <a:effectLst/>
        </p:spPr>
        <p:style>
          <a:lnRef idx="2">
            <a:schemeClr val="accent1">
              <a:shade val="50000"/>
            </a:schemeClr>
          </a:lnRef>
          <a:fillRef idx="1001">
            <a:schemeClr val="dk2"/>
          </a:fillRef>
          <a:effectRef idx="0">
            <a:schemeClr val="accent1"/>
          </a:effectRef>
          <a:fontRef idx="minor">
            <a:schemeClr val="lt1"/>
          </a:fontRef>
        </p:style>
        <p:txBody>
          <a:bodyPr rtlCol="0" anchor="ctr"/>
          <a:lstStyle/>
          <a:p>
            <a:pPr algn="ctr"/>
            <a:endParaRPr lang="en-US"/>
          </a:p>
        </p:txBody>
      </p:sp>
      <p:sp>
        <p:nvSpPr>
          <p:cNvPr id="2" name="Tiêu đề 1">
            <a:extLst>
              <a:ext uri="{FF2B5EF4-FFF2-40B4-BE49-F238E27FC236}">
                <a16:creationId xmlns:a16="http://schemas.microsoft.com/office/drawing/2014/main" id="{B269A6F8-5CE6-4512-BDD6-D5D30A0947FD}"/>
              </a:ext>
            </a:extLst>
          </p:cNvPr>
          <p:cNvSpPr>
            <a:spLocks noGrp="1"/>
          </p:cNvSpPr>
          <p:nvPr>
            <p:ph type="title"/>
          </p:nvPr>
        </p:nvSpPr>
        <p:spPr>
          <a:xfrm>
            <a:off x="1968541" y="616295"/>
            <a:ext cx="3803429" cy="5308599"/>
          </a:xfrm>
        </p:spPr>
        <p:txBody>
          <a:bodyPr>
            <a:normAutofit/>
          </a:bodyPr>
          <a:lstStyle/>
          <a:p>
            <a:r>
              <a:rPr lang="en-US" sz="5400">
                <a:solidFill>
                  <a:srgbClr val="FFFFFF"/>
                </a:solidFill>
                <a:latin typeface="Sitka Heading" panose="02000505000000020004" pitchFamily="2" charset="0"/>
              </a:rPr>
              <a:t>NỘI DUNG </a:t>
            </a:r>
            <a:endParaRPr lang="vi-VN" sz="5400">
              <a:solidFill>
                <a:srgbClr val="FFFFFF"/>
              </a:solidFill>
              <a:latin typeface="Sitka Heading" panose="02000505000000020004" pitchFamily="2" charset="0"/>
            </a:endParaRPr>
          </a:p>
        </p:txBody>
      </p:sp>
      <p:sp>
        <p:nvSpPr>
          <p:cNvPr id="3" name="Chỗ dành sẵn cho Nội dung 2">
            <a:extLst>
              <a:ext uri="{FF2B5EF4-FFF2-40B4-BE49-F238E27FC236}">
                <a16:creationId xmlns:a16="http://schemas.microsoft.com/office/drawing/2014/main" id="{3F5C8AE3-A2DC-43E2-998D-9743D4BF7DCC}"/>
              </a:ext>
            </a:extLst>
          </p:cNvPr>
          <p:cNvSpPr>
            <a:spLocks noGrp="1"/>
          </p:cNvSpPr>
          <p:nvPr>
            <p:ph idx="1"/>
          </p:nvPr>
        </p:nvSpPr>
        <p:spPr>
          <a:xfrm>
            <a:off x="6500512" y="565494"/>
            <a:ext cx="5126446" cy="5410200"/>
          </a:xfrm>
        </p:spPr>
        <p:txBody>
          <a:bodyPr>
            <a:normAutofit/>
          </a:bodyPr>
          <a:lstStyle/>
          <a:p>
            <a:r>
              <a:rPr lang="en-US" sz="2400">
                <a:solidFill>
                  <a:srgbClr val="FFFFFF"/>
                </a:solidFill>
                <a:latin typeface="Segoe UI Semilight" panose="020B0402040204020203" pitchFamily="34" charset="0"/>
                <a:cs typeface="Segoe UI Semilight" panose="020B0402040204020203" pitchFamily="34" charset="0"/>
              </a:rPr>
              <a:t>WEB CRAWLER LÀ GÌ?</a:t>
            </a:r>
          </a:p>
          <a:p>
            <a:r>
              <a:rPr lang="en-US" sz="2400">
                <a:solidFill>
                  <a:srgbClr val="FFFFFF"/>
                </a:solidFill>
                <a:latin typeface="Segoe UI Semilight" panose="020B0402040204020203" pitchFamily="34" charset="0"/>
                <a:cs typeface="Segoe UI Semilight" panose="020B0402040204020203" pitchFamily="34" charset="0"/>
              </a:rPr>
              <a:t>GIỚI THIỆU VỀ SCRAPY</a:t>
            </a:r>
          </a:p>
          <a:p>
            <a:r>
              <a:rPr lang="en-US" sz="2400">
                <a:solidFill>
                  <a:srgbClr val="FFFFFF"/>
                </a:solidFill>
                <a:latin typeface="Segoe UI Semilight" panose="020B0402040204020203" pitchFamily="34" charset="0"/>
                <a:cs typeface="Segoe UI Semilight" panose="020B0402040204020203" pitchFamily="34" charset="0"/>
              </a:rPr>
              <a:t>H</a:t>
            </a:r>
            <a:r>
              <a:rPr lang="vi-VN" sz="2400">
                <a:solidFill>
                  <a:srgbClr val="FFFFFF"/>
                </a:solidFill>
                <a:latin typeface="Segoe UI Semilight" panose="020B0402040204020203" pitchFamily="34" charset="0"/>
                <a:cs typeface="Segoe UI Semilight" panose="020B0402040204020203" pitchFamily="34" charset="0"/>
              </a:rPr>
              <a:t>Ư</a:t>
            </a:r>
            <a:r>
              <a:rPr lang="en-US" sz="2400">
                <a:solidFill>
                  <a:srgbClr val="FFFFFF"/>
                </a:solidFill>
                <a:latin typeface="Segoe UI Semilight" panose="020B0402040204020203" pitchFamily="34" charset="0"/>
                <a:cs typeface="Segoe UI Semilight" panose="020B0402040204020203" pitchFamily="34" charset="0"/>
              </a:rPr>
              <a:t>ỚNG DẪN SỬ DỤNG SCRAPY ĐỂ THU THẬP COMMENTS CỦA FANPAGE TRÊN FACEBOOK</a:t>
            </a:r>
          </a:p>
        </p:txBody>
      </p:sp>
    </p:spTree>
    <p:extLst>
      <p:ext uri="{BB962C8B-B14F-4D97-AF65-F5344CB8AC3E}">
        <p14:creationId xmlns:p14="http://schemas.microsoft.com/office/powerpoint/2010/main" val="3729787759"/>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2" name="Rectangle 7">
            <a:extLst>
              <a:ext uri="{FF2B5EF4-FFF2-40B4-BE49-F238E27FC236}">
                <a16:creationId xmlns:a16="http://schemas.microsoft.com/office/drawing/2014/main" id="{4A0BDAB0-3EB0-4CD2-9B81-1EC0C79ADF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Freeform 6">
            <a:extLst>
              <a:ext uri="{FF2B5EF4-FFF2-40B4-BE49-F238E27FC236}">
                <a16:creationId xmlns:a16="http://schemas.microsoft.com/office/drawing/2014/main" id="{CBFF659F-D040-4A67-B951-3D6D61BB1F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accent4"/>
          </a:solidFill>
          <a:ln>
            <a:noFill/>
          </a:ln>
          <a:extLst>
            <a:ext uri="{91240B29-F687-4f45-9708-019B960494DF}">
              <a14:hiddenLine xmlns="" xmlns:a14="http://schemas.microsoft.com/office/drawing/2010/main" xmlns:p14="http://schemas.microsoft.com/office/powerpoint/2010/main" xmlns:a16="http://schemas.microsoft.com/office/drawing/2014/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êu đề 1">
            <a:extLst>
              <a:ext uri="{FF2B5EF4-FFF2-40B4-BE49-F238E27FC236}">
                <a16:creationId xmlns:a16="http://schemas.microsoft.com/office/drawing/2014/main" id="{8D44AF8F-2FFA-4F4B-AE13-1625147D0C3C}"/>
              </a:ext>
            </a:extLst>
          </p:cNvPr>
          <p:cNvSpPr>
            <a:spLocks noGrp="1"/>
          </p:cNvSpPr>
          <p:nvPr>
            <p:ph type="title"/>
          </p:nvPr>
        </p:nvSpPr>
        <p:spPr>
          <a:xfrm>
            <a:off x="810000" y="447188"/>
            <a:ext cx="10571998" cy="970450"/>
          </a:xfrm>
          <a:effectLst/>
        </p:spPr>
        <p:txBody>
          <a:bodyPr>
            <a:normAutofit/>
          </a:bodyPr>
          <a:lstStyle/>
          <a:p>
            <a:r>
              <a:rPr lang="en-US" sz="4400">
                <a:latin typeface="Segoe UI Light" panose="020B0502040204020203" pitchFamily="34" charset="0"/>
                <a:cs typeface="Segoe UI Light" panose="020B0502040204020203" pitchFamily="34" charset="0"/>
              </a:rPr>
              <a:t>WEB CRAWLER LÀ GÌ?</a:t>
            </a:r>
            <a:endParaRPr lang="vi-VN" sz="4400">
              <a:latin typeface="Segoe UI Light" panose="020B0502040204020203" pitchFamily="34" charset="0"/>
              <a:cs typeface="Segoe UI Light" panose="020B0502040204020203" pitchFamily="34" charset="0"/>
            </a:endParaRPr>
          </a:p>
        </p:txBody>
      </p:sp>
      <p:sp>
        <p:nvSpPr>
          <p:cNvPr id="3" name="Chỗ dành sẵn cho Nội dung 2">
            <a:extLst>
              <a:ext uri="{FF2B5EF4-FFF2-40B4-BE49-F238E27FC236}">
                <a16:creationId xmlns:a16="http://schemas.microsoft.com/office/drawing/2014/main" id="{E84960CF-1291-4227-98EB-5F3287471003}"/>
              </a:ext>
            </a:extLst>
          </p:cNvPr>
          <p:cNvSpPr>
            <a:spLocks noGrp="1"/>
          </p:cNvSpPr>
          <p:nvPr>
            <p:ph idx="1"/>
          </p:nvPr>
        </p:nvSpPr>
        <p:spPr>
          <a:xfrm>
            <a:off x="818712" y="2222287"/>
            <a:ext cx="10895768" cy="3636511"/>
          </a:xfrm>
          <a:effectLst/>
        </p:spPr>
        <p:txBody>
          <a:bodyPr>
            <a:normAutofit/>
          </a:bodyPr>
          <a:lstStyle/>
          <a:p>
            <a:r>
              <a:rPr lang="vi-VN" sz="2200">
                <a:latin typeface="Candara" panose="020E0502030303020204" pitchFamily="34" charset="0"/>
              </a:rPr>
              <a:t>Web Crawler là phần mềm được thiết kế với mục đích có thể duyệt website trên mạng World Wide Web một cách có hệ thống, giúp thu thập thông tin của những trang web đó về cho công cụ tìm kiếm như Google, Bing,… </a:t>
            </a:r>
          </a:p>
        </p:txBody>
      </p:sp>
    </p:spTree>
    <p:extLst>
      <p:ext uri="{BB962C8B-B14F-4D97-AF65-F5344CB8AC3E}">
        <p14:creationId xmlns:p14="http://schemas.microsoft.com/office/powerpoint/2010/main" val="12292444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2" name="Rectangle 7">
            <a:extLst>
              <a:ext uri="{FF2B5EF4-FFF2-40B4-BE49-F238E27FC236}">
                <a16:creationId xmlns:a16="http://schemas.microsoft.com/office/drawing/2014/main" id="{4A0BDAB0-3EB0-4CD2-9B81-1EC0C79ADF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Freeform 6">
            <a:extLst>
              <a:ext uri="{FF2B5EF4-FFF2-40B4-BE49-F238E27FC236}">
                <a16:creationId xmlns:a16="http://schemas.microsoft.com/office/drawing/2014/main" id="{CBFF659F-D040-4A67-B951-3D6D61BB1F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accent4"/>
          </a:solidFill>
          <a:ln>
            <a:noFill/>
          </a:ln>
          <a:extLst>
            <a:ext uri="{91240B29-F687-4f45-9708-019B960494DF}">
              <a14:hiddenLine xmlns="" xmlns:a14="http://schemas.microsoft.com/office/drawing/2010/main" xmlns:p14="http://schemas.microsoft.com/office/powerpoint/2010/main" xmlns:a16="http://schemas.microsoft.com/office/drawing/2014/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êu đề 1">
            <a:extLst>
              <a:ext uri="{FF2B5EF4-FFF2-40B4-BE49-F238E27FC236}">
                <a16:creationId xmlns:a16="http://schemas.microsoft.com/office/drawing/2014/main" id="{8D44AF8F-2FFA-4F4B-AE13-1625147D0C3C}"/>
              </a:ext>
            </a:extLst>
          </p:cNvPr>
          <p:cNvSpPr>
            <a:spLocks noGrp="1"/>
          </p:cNvSpPr>
          <p:nvPr>
            <p:ph type="title"/>
          </p:nvPr>
        </p:nvSpPr>
        <p:spPr>
          <a:xfrm>
            <a:off x="810000" y="447188"/>
            <a:ext cx="10571998" cy="970450"/>
          </a:xfrm>
          <a:effectLst/>
        </p:spPr>
        <p:txBody>
          <a:bodyPr>
            <a:normAutofit/>
          </a:bodyPr>
          <a:lstStyle/>
          <a:p>
            <a:r>
              <a:rPr lang="en-US" sz="4400">
                <a:latin typeface="Segoe UI Light" panose="020B0502040204020203" pitchFamily="34" charset="0"/>
                <a:cs typeface="Segoe UI Light" panose="020B0502040204020203" pitchFamily="34" charset="0"/>
              </a:rPr>
              <a:t>WEB CRAWLER LÀ GÌ?</a:t>
            </a:r>
            <a:endParaRPr lang="vi-VN" sz="4400">
              <a:latin typeface="Segoe UI Light" panose="020B0502040204020203" pitchFamily="34" charset="0"/>
              <a:cs typeface="Segoe UI Light" panose="020B0502040204020203" pitchFamily="34" charset="0"/>
            </a:endParaRPr>
          </a:p>
        </p:txBody>
      </p:sp>
      <p:sp>
        <p:nvSpPr>
          <p:cNvPr id="3" name="Chỗ dành sẵn cho Nội dung 2">
            <a:extLst>
              <a:ext uri="{FF2B5EF4-FFF2-40B4-BE49-F238E27FC236}">
                <a16:creationId xmlns:a16="http://schemas.microsoft.com/office/drawing/2014/main" id="{E84960CF-1291-4227-98EB-5F3287471003}"/>
              </a:ext>
            </a:extLst>
          </p:cNvPr>
          <p:cNvSpPr>
            <a:spLocks noGrp="1"/>
          </p:cNvSpPr>
          <p:nvPr>
            <p:ph idx="1"/>
          </p:nvPr>
        </p:nvSpPr>
        <p:spPr>
          <a:xfrm>
            <a:off x="818712" y="2222287"/>
            <a:ext cx="7954627" cy="3636511"/>
          </a:xfrm>
          <a:effectLst/>
        </p:spPr>
        <p:txBody>
          <a:bodyPr>
            <a:normAutofit/>
          </a:bodyPr>
          <a:lstStyle/>
          <a:p>
            <a:pPr marL="0" indent="0">
              <a:buNone/>
            </a:pPr>
            <a:r>
              <a:rPr lang="vi-VN" sz="2200">
                <a:latin typeface="Candara" panose="020E0502030303020204" pitchFamily="34" charset="0"/>
              </a:rPr>
              <a:t>Mô hình crawler bao gồm:</a:t>
            </a:r>
          </a:p>
          <a:p>
            <a:r>
              <a:rPr lang="vi-VN" sz="2200">
                <a:latin typeface="Candara" panose="020E0502030303020204" pitchFamily="34" charset="0"/>
              </a:rPr>
              <a:t>Chọn URL để khởi đầu</a:t>
            </a:r>
          </a:p>
          <a:p>
            <a:r>
              <a:rPr lang="vi-VN" sz="2200">
                <a:latin typeface="Candara" panose="020E0502030303020204" pitchFamily="34" charset="0"/>
              </a:rPr>
              <a:t>Sử dụng HTML protocol để có thể lấy trang web</a:t>
            </a:r>
          </a:p>
          <a:p>
            <a:r>
              <a:rPr lang="vi-VN" sz="2200">
                <a:latin typeface="Candara" panose="020E0502030303020204" pitchFamily="34" charset="0"/>
              </a:rPr>
              <a:t>Trích xuất ra các link và lưu trữ lại trong queue</a:t>
            </a:r>
          </a:p>
          <a:p>
            <a:r>
              <a:rPr lang="vi-VN" sz="2200">
                <a:latin typeface="Candara" panose="020E0502030303020204" pitchFamily="34" charset="0"/>
              </a:rPr>
              <a:t>Lặp lại các bước 2, 3</a:t>
            </a:r>
          </a:p>
        </p:txBody>
      </p:sp>
    </p:spTree>
    <p:extLst>
      <p:ext uri="{BB962C8B-B14F-4D97-AF65-F5344CB8AC3E}">
        <p14:creationId xmlns:p14="http://schemas.microsoft.com/office/powerpoint/2010/main" val="8546193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2" name="Rectangle 7">
            <a:extLst>
              <a:ext uri="{FF2B5EF4-FFF2-40B4-BE49-F238E27FC236}">
                <a16:creationId xmlns:a16="http://schemas.microsoft.com/office/drawing/2014/main" id="{4A0BDAB0-3EB0-4CD2-9B81-1EC0C79ADF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6">
            <a:extLst>
              <a:ext uri="{FF2B5EF4-FFF2-40B4-BE49-F238E27FC236}">
                <a16:creationId xmlns:a16="http://schemas.microsoft.com/office/drawing/2014/main" id="{CBFF659F-D040-4A67-B951-3D6D61BB1F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accent4"/>
          </a:solidFill>
          <a:ln>
            <a:noFill/>
          </a:ln>
          <a:extLst>
            <a:ext uri="{91240B29-F687-4f45-9708-019B960494DF}">
              <a14:hiddenLine xmlns="" xmlns:a14="http://schemas.microsoft.com/office/drawing/2010/main" xmlns:p14="http://schemas.microsoft.com/office/powerpoint/2010/main" xmlns:a16="http://schemas.microsoft.com/office/drawing/2014/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êu đề 1">
            <a:extLst>
              <a:ext uri="{FF2B5EF4-FFF2-40B4-BE49-F238E27FC236}">
                <a16:creationId xmlns:a16="http://schemas.microsoft.com/office/drawing/2014/main" id="{8D44AF8F-2FFA-4F4B-AE13-1625147D0C3C}"/>
              </a:ext>
            </a:extLst>
          </p:cNvPr>
          <p:cNvSpPr>
            <a:spLocks noGrp="1"/>
          </p:cNvSpPr>
          <p:nvPr>
            <p:ph type="title"/>
          </p:nvPr>
        </p:nvSpPr>
        <p:spPr>
          <a:xfrm>
            <a:off x="810000" y="447188"/>
            <a:ext cx="10571998" cy="970450"/>
          </a:xfrm>
          <a:effectLst/>
        </p:spPr>
        <p:txBody>
          <a:bodyPr>
            <a:normAutofit/>
          </a:bodyPr>
          <a:lstStyle/>
          <a:p>
            <a:r>
              <a:rPr lang="en-US" sz="4400">
                <a:latin typeface="Segoe UI Light" panose="020B0502040204020203" pitchFamily="34" charset="0"/>
                <a:cs typeface="Segoe UI Light" panose="020B0502040204020203" pitchFamily="34" charset="0"/>
              </a:rPr>
              <a:t>GIỚI THIỆU VỀ SCRAPY</a:t>
            </a:r>
            <a:endParaRPr lang="vi-VN" sz="4400">
              <a:latin typeface="Segoe UI Light" panose="020B0502040204020203" pitchFamily="34" charset="0"/>
              <a:cs typeface="Segoe UI Light" panose="020B0502040204020203" pitchFamily="34" charset="0"/>
            </a:endParaRPr>
          </a:p>
        </p:txBody>
      </p:sp>
      <p:sp>
        <p:nvSpPr>
          <p:cNvPr id="3" name="Chỗ dành sẵn cho Nội dung 2">
            <a:extLst>
              <a:ext uri="{FF2B5EF4-FFF2-40B4-BE49-F238E27FC236}">
                <a16:creationId xmlns:a16="http://schemas.microsoft.com/office/drawing/2014/main" id="{E84960CF-1291-4227-98EB-5F3287471003}"/>
              </a:ext>
            </a:extLst>
          </p:cNvPr>
          <p:cNvSpPr>
            <a:spLocks noGrp="1"/>
          </p:cNvSpPr>
          <p:nvPr>
            <p:ph idx="1"/>
          </p:nvPr>
        </p:nvSpPr>
        <p:spPr>
          <a:xfrm>
            <a:off x="818712" y="2222287"/>
            <a:ext cx="7954627" cy="3636511"/>
          </a:xfrm>
          <a:effectLst/>
        </p:spPr>
        <p:txBody>
          <a:bodyPr>
            <a:normAutofit/>
          </a:bodyPr>
          <a:lstStyle/>
          <a:p>
            <a:r>
              <a:rPr lang="en-US" sz="2200">
                <a:latin typeface="Candara" panose="020E0502030303020204" pitchFamily="34" charset="0"/>
              </a:rPr>
              <a:t>Scarpy là một framework mã nguồn mở đ</a:t>
            </a:r>
            <a:r>
              <a:rPr lang="vi-VN" sz="2200">
                <a:latin typeface="Candara" panose="020E0502030303020204" pitchFamily="34" charset="0"/>
              </a:rPr>
              <a:t>ược viết trên ngôn ngữ lập trinh Python,.</a:t>
            </a:r>
          </a:p>
          <a:p>
            <a:r>
              <a:rPr lang="vi-VN" sz="2200">
                <a:latin typeface="Candara" panose="020E0502030303020204" pitchFamily="34" charset="0"/>
              </a:rPr>
              <a:t>Được sử dụng để thu thập dữ liệu từ trang web với sự hỗ trợ của các Selector dựa trên Xpath.</a:t>
            </a:r>
          </a:p>
        </p:txBody>
      </p:sp>
    </p:spTree>
    <p:extLst>
      <p:ext uri="{BB962C8B-B14F-4D97-AF65-F5344CB8AC3E}">
        <p14:creationId xmlns:p14="http://schemas.microsoft.com/office/powerpoint/2010/main" val="33732193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2" name="Rectangle 7">
            <a:extLst>
              <a:ext uri="{FF2B5EF4-FFF2-40B4-BE49-F238E27FC236}">
                <a16:creationId xmlns:a16="http://schemas.microsoft.com/office/drawing/2014/main" id="{4A0BDAB0-3EB0-4CD2-9B81-1EC0C79ADF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Freeform 6">
            <a:extLst>
              <a:ext uri="{FF2B5EF4-FFF2-40B4-BE49-F238E27FC236}">
                <a16:creationId xmlns:a16="http://schemas.microsoft.com/office/drawing/2014/main" id="{CBFF659F-D040-4A67-B951-3D6D61BB1F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accent4"/>
          </a:solidFill>
          <a:ln>
            <a:noFill/>
          </a:ln>
          <a:extLst>
            <a:ext uri="{91240B29-F687-4f45-9708-019B960494DF}">
              <a14:hiddenLine xmlns="" xmlns:a14="http://schemas.microsoft.com/office/drawing/2010/main" xmlns:p14="http://schemas.microsoft.com/office/powerpoint/2010/main" xmlns:a16="http://schemas.microsoft.com/office/drawing/2014/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êu đề 1">
            <a:extLst>
              <a:ext uri="{FF2B5EF4-FFF2-40B4-BE49-F238E27FC236}">
                <a16:creationId xmlns:a16="http://schemas.microsoft.com/office/drawing/2014/main" id="{8D44AF8F-2FFA-4F4B-AE13-1625147D0C3C}"/>
              </a:ext>
            </a:extLst>
          </p:cNvPr>
          <p:cNvSpPr>
            <a:spLocks noGrp="1"/>
          </p:cNvSpPr>
          <p:nvPr>
            <p:ph type="title"/>
          </p:nvPr>
        </p:nvSpPr>
        <p:spPr>
          <a:xfrm>
            <a:off x="810000" y="447188"/>
            <a:ext cx="10571998" cy="970450"/>
          </a:xfrm>
          <a:effectLst/>
        </p:spPr>
        <p:txBody>
          <a:bodyPr>
            <a:normAutofit/>
          </a:bodyPr>
          <a:lstStyle/>
          <a:p>
            <a:r>
              <a:rPr lang="en-US" sz="4400">
                <a:latin typeface="Segoe UI Light" panose="020B0502040204020203" pitchFamily="34" charset="0"/>
                <a:cs typeface="Segoe UI Light" panose="020B0502040204020203" pitchFamily="34" charset="0"/>
              </a:rPr>
              <a:t>GIỚI THIỆU VỀ SCRAPY</a:t>
            </a:r>
            <a:endParaRPr lang="vi-VN" sz="4400">
              <a:latin typeface="Segoe UI Light" panose="020B0502040204020203" pitchFamily="34" charset="0"/>
              <a:cs typeface="Segoe UI Light" panose="020B0502040204020203" pitchFamily="34" charset="0"/>
            </a:endParaRPr>
          </a:p>
        </p:txBody>
      </p:sp>
      <p:sp>
        <p:nvSpPr>
          <p:cNvPr id="3" name="Chỗ dành sẵn cho Nội dung 2">
            <a:extLst>
              <a:ext uri="{FF2B5EF4-FFF2-40B4-BE49-F238E27FC236}">
                <a16:creationId xmlns:a16="http://schemas.microsoft.com/office/drawing/2014/main" id="{E84960CF-1291-4227-98EB-5F3287471003}"/>
              </a:ext>
            </a:extLst>
          </p:cNvPr>
          <p:cNvSpPr>
            <a:spLocks noGrp="1"/>
          </p:cNvSpPr>
          <p:nvPr>
            <p:ph idx="1"/>
          </p:nvPr>
        </p:nvSpPr>
        <p:spPr>
          <a:xfrm>
            <a:off x="810000" y="2241868"/>
            <a:ext cx="4747520" cy="2643159"/>
          </a:xfrm>
          <a:effectLst/>
        </p:spPr>
        <p:txBody>
          <a:bodyPr>
            <a:normAutofit lnSpcReduction="10000"/>
          </a:bodyPr>
          <a:lstStyle/>
          <a:p>
            <a:pPr marL="0" indent="0">
              <a:buNone/>
            </a:pPr>
            <a:r>
              <a:rPr lang="vi-VN" sz="2200">
                <a:latin typeface="Candara" panose="020E0502030303020204" pitchFamily="34" charset="0"/>
              </a:rPr>
              <a:t>SCRAPY </a:t>
            </a:r>
          </a:p>
          <a:p>
            <a:r>
              <a:rPr lang="vi-VN" sz="2200">
                <a:latin typeface="Candara" panose="020E0502030303020204" pitchFamily="34" charset="0"/>
              </a:rPr>
              <a:t>Scrapy là framework</a:t>
            </a:r>
          </a:p>
          <a:p>
            <a:r>
              <a:rPr lang="vi-VN" sz="2200">
                <a:latin typeface="Candara" panose="020E0502030303020204" pitchFamily="34" charset="0"/>
              </a:rPr>
              <a:t>Có thể đọc cả HTML và XML</a:t>
            </a:r>
          </a:p>
          <a:p>
            <a:r>
              <a:rPr lang="vi-VN" sz="2200">
                <a:latin typeface="Candara" panose="020E0502030303020204" pitchFamily="34" charset="0"/>
              </a:rPr>
              <a:t>Xử lí dữ liệu đầu ra (xuất ra file CSV, JSON hoặc lưu MongoDB)</a:t>
            </a:r>
          </a:p>
          <a:p>
            <a:r>
              <a:rPr lang="vi-VN" sz="2200">
                <a:latin typeface="Candara" panose="020E0502030303020204" pitchFamily="34" charset="0"/>
              </a:rPr>
              <a:t>Scrapy có thể tự phản hồi từ Server</a:t>
            </a:r>
          </a:p>
        </p:txBody>
      </p:sp>
      <p:sp>
        <p:nvSpPr>
          <p:cNvPr id="9" name="Chỗ dành sẵn cho Nội dung 2">
            <a:extLst>
              <a:ext uri="{FF2B5EF4-FFF2-40B4-BE49-F238E27FC236}">
                <a16:creationId xmlns:a16="http://schemas.microsoft.com/office/drawing/2014/main" id="{78741664-BB09-4CA0-9BDF-F2A2E09F773C}"/>
              </a:ext>
            </a:extLst>
          </p:cNvPr>
          <p:cNvSpPr txBox="1">
            <a:spLocks/>
          </p:cNvSpPr>
          <p:nvPr/>
        </p:nvSpPr>
        <p:spPr>
          <a:xfrm>
            <a:off x="6095999" y="2181374"/>
            <a:ext cx="5140961" cy="4126052"/>
          </a:xfrm>
          <a:prstGeom prst="rect">
            <a:avLst/>
          </a:prstGeom>
          <a:effectLst/>
        </p:spPr>
        <p:txBody>
          <a:bodyPr vert="horz" lIns="91440" tIns="45720" rIns="91440" bIns="45720" rtlCol="0" anchor="ctr">
            <a:norm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buFont typeface="Wingdings 2" charset="2"/>
              <a:buNone/>
            </a:pPr>
            <a:r>
              <a:rPr lang="vi-VN" sz="2200">
                <a:latin typeface="Candara" panose="020E0502030303020204" pitchFamily="34" charset="0"/>
              </a:rPr>
              <a:t>BEAUTIFUL SOUP (BS)</a:t>
            </a:r>
          </a:p>
          <a:p>
            <a:r>
              <a:rPr lang="vi-VN" sz="2200">
                <a:latin typeface="Candara" panose="020E0502030303020204" pitchFamily="34" charset="0"/>
              </a:rPr>
              <a:t>Là một thư viện Python</a:t>
            </a:r>
          </a:p>
          <a:p>
            <a:r>
              <a:rPr lang="vi-VN" sz="2200">
                <a:latin typeface="Candara" panose="020E0502030303020204" pitchFamily="34" charset="0"/>
              </a:rPr>
              <a:t>BS chỉ có thể đọc HTML và lưu nó vào cấu trúc cây.</a:t>
            </a:r>
          </a:p>
          <a:p>
            <a:r>
              <a:rPr lang="vi-VN" sz="2200">
                <a:latin typeface="Candara" panose="020E0502030303020204" pitchFamily="34" charset="0"/>
              </a:rPr>
              <a:t>Bên cạnh đó BS cần phải khai báo thêm thư viện Pandas để lưu dữ liệu</a:t>
            </a:r>
          </a:p>
          <a:p>
            <a:r>
              <a:rPr lang="vi-VN" sz="2200">
                <a:latin typeface="Candara" panose="020E0502030303020204" pitchFamily="34" charset="0"/>
              </a:rPr>
              <a:t>Cần thư viện urllib để phản hồi khi gửi yêu cầu một địa chỉ url.</a:t>
            </a:r>
          </a:p>
          <a:p>
            <a:endParaRPr lang="vi-VN" sz="2200">
              <a:latin typeface="Candara" panose="020E0502030303020204" pitchFamily="34" charset="0"/>
            </a:endParaRPr>
          </a:p>
        </p:txBody>
      </p:sp>
      <p:cxnSp>
        <p:nvCxnSpPr>
          <p:cNvPr id="8" name="Đường nối Thẳng 7">
            <a:extLst>
              <a:ext uri="{FF2B5EF4-FFF2-40B4-BE49-F238E27FC236}">
                <a16:creationId xmlns:a16="http://schemas.microsoft.com/office/drawing/2014/main" id="{9B0DA508-0134-4847-9F0F-A05A85C3C2C9}"/>
              </a:ext>
            </a:extLst>
          </p:cNvPr>
          <p:cNvCxnSpPr/>
          <p:nvPr/>
        </p:nvCxnSpPr>
        <p:spPr>
          <a:xfrm>
            <a:off x="5730240" y="2357120"/>
            <a:ext cx="0" cy="32105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69118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2" name="Rectangle 7">
            <a:extLst>
              <a:ext uri="{FF2B5EF4-FFF2-40B4-BE49-F238E27FC236}">
                <a16:creationId xmlns:a16="http://schemas.microsoft.com/office/drawing/2014/main" id="{4A0BDAB0-3EB0-4CD2-9B81-1EC0C79ADF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Freeform 6">
            <a:extLst>
              <a:ext uri="{FF2B5EF4-FFF2-40B4-BE49-F238E27FC236}">
                <a16:creationId xmlns:a16="http://schemas.microsoft.com/office/drawing/2014/main" id="{CBFF659F-D040-4A67-B951-3D6D61BB1F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accent4"/>
          </a:solidFill>
          <a:ln>
            <a:noFill/>
          </a:ln>
          <a:extLst>
            <a:ext uri="{91240B29-F687-4f45-9708-019B960494DF}">
              <a14:hiddenLine xmlns="" xmlns:a14="http://schemas.microsoft.com/office/drawing/2010/main" xmlns:p14="http://schemas.microsoft.com/office/powerpoint/2010/main" xmlns:a16="http://schemas.microsoft.com/office/drawing/2014/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êu đề 1">
            <a:extLst>
              <a:ext uri="{FF2B5EF4-FFF2-40B4-BE49-F238E27FC236}">
                <a16:creationId xmlns:a16="http://schemas.microsoft.com/office/drawing/2014/main" id="{8D44AF8F-2FFA-4F4B-AE13-1625147D0C3C}"/>
              </a:ext>
            </a:extLst>
          </p:cNvPr>
          <p:cNvSpPr>
            <a:spLocks noGrp="1"/>
          </p:cNvSpPr>
          <p:nvPr>
            <p:ph type="title"/>
          </p:nvPr>
        </p:nvSpPr>
        <p:spPr>
          <a:xfrm>
            <a:off x="810000" y="447188"/>
            <a:ext cx="10571998" cy="970450"/>
          </a:xfrm>
          <a:effectLst/>
        </p:spPr>
        <p:txBody>
          <a:bodyPr>
            <a:normAutofit/>
          </a:bodyPr>
          <a:lstStyle/>
          <a:p>
            <a:r>
              <a:rPr lang="en-US" sz="4400">
                <a:latin typeface="Segoe UI Light" panose="020B0502040204020203" pitchFamily="34" charset="0"/>
                <a:cs typeface="Segoe UI Light" panose="020B0502040204020203" pitchFamily="34" charset="0"/>
              </a:rPr>
              <a:t>GIỚI THIỆU VỀ SCRAPY</a:t>
            </a:r>
            <a:endParaRPr lang="vi-VN" sz="4400">
              <a:latin typeface="Segoe UI Light" panose="020B0502040204020203" pitchFamily="34" charset="0"/>
              <a:cs typeface="Segoe UI Light" panose="020B0502040204020203" pitchFamily="34" charset="0"/>
            </a:endParaRPr>
          </a:p>
        </p:txBody>
      </p:sp>
      <p:sp>
        <p:nvSpPr>
          <p:cNvPr id="3" name="Chỗ dành sẵn cho Nội dung 2">
            <a:extLst>
              <a:ext uri="{FF2B5EF4-FFF2-40B4-BE49-F238E27FC236}">
                <a16:creationId xmlns:a16="http://schemas.microsoft.com/office/drawing/2014/main" id="{E84960CF-1291-4227-98EB-5F3287471003}"/>
              </a:ext>
            </a:extLst>
          </p:cNvPr>
          <p:cNvSpPr>
            <a:spLocks noGrp="1"/>
          </p:cNvSpPr>
          <p:nvPr>
            <p:ph idx="1"/>
          </p:nvPr>
        </p:nvSpPr>
        <p:spPr>
          <a:xfrm>
            <a:off x="818712" y="2222287"/>
            <a:ext cx="7954627" cy="3636511"/>
          </a:xfrm>
          <a:effectLst/>
        </p:spPr>
        <p:txBody>
          <a:bodyPr>
            <a:normAutofit/>
          </a:bodyPr>
          <a:lstStyle/>
          <a:p>
            <a:r>
              <a:rPr lang="vi-VN" sz="2200">
                <a:latin typeface="Candara" panose="020E0502030303020204" pitchFamily="34" charset="0"/>
              </a:rPr>
              <a:t>Có thể xử lý các lỗi 404, 504,… </a:t>
            </a:r>
          </a:p>
          <a:p>
            <a:r>
              <a:rPr lang="vi-VN" sz="2200">
                <a:latin typeface="Candara" panose="020E0502030303020204" pitchFamily="34" charset="0"/>
              </a:rPr>
              <a:t>Cung cấp Proxy và ngăn bị chặn khỏi trang web</a:t>
            </a:r>
          </a:p>
          <a:p>
            <a:r>
              <a:rPr lang="vi-VN" sz="2200">
                <a:latin typeface="Candara" panose="020E0502030303020204" pitchFamily="34" charset="0"/>
              </a:rPr>
              <a:t>Giải quyết được vấn đề “log in” và “captcha”</a:t>
            </a:r>
          </a:p>
        </p:txBody>
      </p:sp>
    </p:spTree>
    <p:extLst>
      <p:ext uri="{BB962C8B-B14F-4D97-AF65-F5344CB8AC3E}">
        <p14:creationId xmlns:p14="http://schemas.microsoft.com/office/powerpoint/2010/main" val="227111789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2" name="Rectangle 7">
            <a:extLst>
              <a:ext uri="{FF2B5EF4-FFF2-40B4-BE49-F238E27FC236}">
                <a16:creationId xmlns:a16="http://schemas.microsoft.com/office/drawing/2014/main" id="{4A0BDAB0-3EB0-4CD2-9B81-1EC0C79ADF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Freeform 6">
            <a:extLst>
              <a:ext uri="{FF2B5EF4-FFF2-40B4-BE49-F238E27FC236}">
                <a16:creationId xmlns:a16="http://schemas.microsoft.com/office/drawing/2014/main" id="{CBFF659F-D040-4A67-B951-3D6D61BB1F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accent4"/>
          </a:solidFill>
          <a:ln>
            <a:noFill/>
          </a:ln>
          <a:extLst>
            <a:ext uri="{91240B29-F687-4f45-9708-019B960494DF}">
              <a14:hiddenLine xmlns="" xmlns:a14="http://schemas.microsoft.com/office/drawing/2010/main" xmlns:p14="http://schemas.microsoft.com/office/powerpoint/2010/main" xmlns:a16="http://schemas.microsoft.com/office/drawing/2014/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êu đề 1">
            <a:extLst>
              <a:ext uri="{FF2B5EF4-FFF2-40B4-BE49-F238E27FC236}">
                <a16:creationId xmlns:a16="http://schemas.microsoft.com/office/drawing/2014/main" id="{8D44AF8F-2FFA-4F4B-AE13-1625147D0C3C}"/>
              </a:ext>
            </a:extLst>
          </p:cNvPr>
          <p:cNvSpPr>
            <a:spLocks noGrp="1"/>
          </p:cNvSpPr>
          <p:nvPr>
            <p:ph type="title"/>
          </p:nvPr>
        </p:nvSpPr>
        <p:spPr>
          <a:xfrm>
            <a:off x="810000" y="447188"/>
            <a:ext cx="10571998" cy="970450"/>
          </a:xfrm>
          <a:effectLst/>
        </p:spPr>
        <p:txBody>
          <a:bodyPr>
            <a:normAutofit/>
          </a:bodyPr>
          <a:lstStyle/>
          <a:p>
            <a:r>
              <a:rPr lang="en-US" sz="4400">
                <a:latin typeface="Segoe UI Light" panose="020B0502040204020203" pitchFamily="34" charset="0"/>
                <a:cs typeface="Segoe UI Light" panose="020B0502040204020203" pitchFamily="34" charset="0"/>
              </a:rPr>
              <a:t>GIỚI THIỆU VỀ SCRAPY</a:t>
            </a:r>
            <a:endParaRPr lang="vi-VN" sz="4400">
              <a:latin typeface="Segoe UI Light" panose="020B0502040204020203" pitchFamily="34" charset="0"/>
              <a:cs typeface="Segoe UI Light" panose="020B0502040204020203" pitchFamily="34" charset="0"/>
            </a:endParaRPr>
          </a:p>
        </p:txBody>
      </p:sp>
      <p:sp>
        <p:nvSpPr>
          <p:cNvPr id="3" name="Chỗ dành sẵn cho Nội dung 2">
            <a:extLst>
              <a:ext uri="{FF2B5EF4-FFF2-40B4-BE49-F238E27FC236}">
                <a16:creationId xmlns:a16="http://schemas.microsoft.com/office/drawing/2014/main" id="{E84960CF-1291-4227-98EB-5F3287471003}"/>
              </a:ext>
            </a:extLst>
          </p:cNvPr>
          <p:cNvSpPr>
            <a:spLocks noGrp="1"/>
          </p:cNvSpPr>
          <p:nvPr>
            <p:ph idx="1"/>
          </p:nvPr>
        </p:nvSpPr>
        <p:spPr>
          <a:xfrm>
            <a:off x="810000" y="2596876"/>
            <a:ext cx="7954627" cy="410889"/>
          </a:xfrm>
          <a:effectLst/>
        </p:spPr>
        <p:txBody>
          <a:bodyPr>
            <a:normAutofit lnSpcReduction="10000"/>
          </a:bodyPr>
          <a:lstStyle/>
          <a:p>
            <a:pPr marL="0" indent="0">
              <a:buNone/>
            </a:pPr>
            <a:r>
              <a:rPr lang="vi-VN" sz="2200">
                <a:latin typeface="Candara" panose="020E0502030303020204" pitchFamily="34" charset="0"/>
              </a:rPr>
              <a:t>Cài đặt qua lệnh</a:t>
            </a:r>
          </a:p>
        </p:txBody>
      </p:sp>
      <p:sp>
        <p:nvSpPr>
          <p:cNvPr id="6" name="Chỗ dành sẵn cho Nội dung 2">
            <a:extLst>
              <a:ext uri="{FF2B5EF4-FFF2-40B4-BE49-F238E27FC236}">
                <a16:creationId xmlns:a16="http://schemas.microsoft.com/office/drawing/2014/main" id="{D24FBA43-427B-4C22-B53C-3EFCA913494B}"/>
              </a:ext>
            </a:extLst>
          </p:cNvPr>
          <p:cNvSpPr txBox="1">
            <a:spLocks/>
          </p:cNvSpPr>
          <p:nvPr/>
        </p:nvSpPr>
        <p:spPr>
          <a:xfrm>
            <a:off x="810000" y="4261124"/>
            <a:ext cx="7954627" cy="410889"/>
          </a:xfrm>
          <a:prstGeom prst="rect">
            <a:avLst/>
          </a:prstGeom>
          <a:effectLst/>
        </p:spPr>
        <p:txBody>
          <a:bodyPr vert="horz" lIns="91440" tIns="45720" rIns="91440" bIns="45720" rtlCol="0" anchor="ctr">
            <a:normAutofit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600"/>
              </a:spcAft>
              <a:buClr>
                <a:srgbClr val="4E67C8"/>
              </a:buClr>
              <a:buSzTx/>
              <a:buFont typeface="Wingdings 2" charset="2"/>
              <a:buNone/>
              <a:tabLst/>
              <a:defRPr/>
            </a:pPr>
            <a:r>
              <a:rPr kumimoji="0" lang="vi-VN" sz="2200" b="0" i="0" u="none" strike="noStrike" kern="1200" cap="none" spc="0" normalizeH="0" baseline="0" noProof="0">
                <a:ln>
                  <a:noFill/>
                </a:ln>
                <a:solidFill>
                  <a:prstClr val="white"/>
                </a:solidFill>
                <a:effectLst/>
                <a:uLnTx/>
                <a:uFillTx/>
                <a:latin typeface="Candara" panose="020E0502030303020204" pitchFamily="34" charset="0"/>
                <a:ea typeface="+mn-ea"/>
                <a:cs typeface="+mn-cs"/>
              </a:rPr>
              <a:t>Cài đặt thông qua Anaconda</a:t>
            </a:r>
          </a:p>
        </p:txBody>
      </p:sp>
      <p:pic>
        <p:nvPicPr>
          <p:cNvPr id="5" name="Hình ảnh 4">
            <a:extLst>
              <a:ext uri="{FF2B5EF4-FFF2-40B4-BE49-F238E27FC236}">
                <a16:creationId xmlns:a16="http://schemas.microsoft.com/office/drawing/2014/main" id="{34418489-3F88-4E85-87EB-AE083E9C3E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12431" y="3384305"/>
            <a:ext cx="5269058" cy="503012"/>
          </a:xfrm>
          <a:prstGeom prst="rect">
            <a:avLst/>
          </a:prstGeom>
        </p:spPr>
      </p:pic>
      <p:pic>
        <p:nvPicPr>
          <p:cNvPr id="14" name="Hình ảnh 13">
            <a:extLst>
              <a:ext uri="{FF2B5EF4-FFF2-40B4-BE49-F238E27FC236}">
                <a16:creationId xmlns:a16="http://schemas.microsoft.com/office/drawing/2014/main" id="{D7C6229E-F1E9-4AB3-8B9D-B46E51CA6995}"/>
              </a:ext>
            </a:extLst>
          </p:cNvPr>
          <p:cNvPicPr>
            <a:picLocks noChangeAspect="1"/>
          </p:cNvPicPr>
          <p:nvPr/>
        </p:nvPicPr>
        <p:blipFill rotWithShape="1">
          <a:blip r:embed="rId3">
            <a:extLst>
              <a:ext uri="{28A0092B-C50C-407E-A947-70E740481C1C}">
                <a14:useLocalDpi xmlns:a14="http://schemas.microsoft.com/office/drawing/2010/main" val="0"/>
              </a:ext>
            </a:extLst>
          </a:blip>
          <a:srcRect r="5732" b="-1870"/>
          <a:stretch/>
        </p:blipFill>
        <p:spPr>
          <a:xfrm>
            <a:off x="1512431" y="4953117"/>
            <a:ext cx="5269058" cy="512419"/>
          </a:xfrm>
          <a:prstGeom prst="rect">
            <a:avLst/>
          </a:prstGeom>
        </p:spPr>
      </p:pic>
    </p:spTree>
    <p:extLst>
      <p:ext uri="{BB962C8B-B14F-4D97-AF65-F5344CB8AC3E}">
        <p14:creationId xmlns:p14="http://schemas.microsoft.com/office/powerpoint/2010/main" val="381045376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2" name="Rectangle 7">
            <a:extLst>
              <a:ext uri="{FF2B5EF4-FFF2-40B4-BE49-F238E27FC236}">
                <a16:creationId xmlns:a16="http://schemas.microsoft.com/office/drawing/2014/main" id="{4A0BDAB0-3EB0-4CD2-9B81-1EC0C79ADF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Freeform 6">
            <a:extLst>
              <a:ext uri="{FF2B5EF4-FFF2-40B4-BE49-F238E27FC236}">
                <a16:creationId xmlns:a16="http://schemas.microsoft.com/office/drawing/2014/main" id="{CBFF659F-D040-4A67-B951-3D6D61BB1F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accent4"/>
          </a:solidFill>
          <a:ln>
            <a:noFill/>
          </a:ln>
          <a:extLst>
            <a:ext uri="{91240B29-F687-4f45-9708-019B960494DF}">
              <a14:hiddenLine xmlns="" xmlns:a14="http://schemas.microsoft.com/office/drawing/2010/main" xmlns:p14="http://schemas.microsoft.com/office/powerpoint/2010/main" xmlns:a16="http://schemas.microsoft.com/office/drawing/2014/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êu đề 1">
            <a:extLst>
              <a:ext uri="{FF2B5EF4-FFF2-40B4-BE49-F238E27FC236}">
                <a16:creationId xmlns:a16="http://schemas.microsoft.com/office/drawing/2014/main" id="{8D44AF8F-2FFA-4F4B-AE13-1625147D0C3C}"/>
              </a:ext>
            </a:extLst>
          </p:cNvPr>
          <p:cNvSpPr>
            <a:spLocks noGrp="1"/>
          </p:cNvSpPr>
          <p:nvPr>
            <p:ph type="title"/>
          </p:nvPr>
        </p:nvSpPr>
        <p:spPr>
          <a:xfrm>
            <a:off x="810000" y="447188"/>
            <a:ext cx="10571998" cy="970450"/>
          </a:xfrm>
          <a:effectLst/>
        </p:spPr>
        <p:txBody>
          <a:bodyPr>
            <a:normAutofit/>
          </a:bodyPr>
          <a:lstStyle/>
          <a:p>
            <a:r>
              <a:rPr lang="en-US" sz="4400">
                <a:latin typeface="Segoe UI Light" panose="020B0502040204020203" pitchFamily="34" charset="0"/>
                <a:cs typeface="Segoe UI Light" panose="020B0502040204020203" pitchFamily="34" charset="0"/>
              </a:rPr>
              <a:t>GIỚI THIỆU VỀ SCRAPY</a:t>
            </a:r>
            <a:endParaRPr lang="vi-VN" sz="4400">
              <a:latin typeface="Segoe UI Light" panose="020B0502040204020203" pitchFamily="34" charset="0"/>
              <a:cs typeface="Segoe UI Light" panose="020B0502040204020203" pitchFamily="34" charset="0"/>
            </a:endParaRPr>
          </a:p>
        </p:txBody>
      </p:sp>
      <p:sp>
        <p:nvSpPr>
          <p:cNvPr id="3" name="Chỗ dành sẵn cho Nội dung 2">
            <a:extLst>
              <a:ext uri="{FF2B5EF4-FFF2-40B4-BE49-F238E27FC236}">
                <a16:creationId xmlns:a16="http://schemas.microsoft.com/office/drawing/2014/main" id="{E84960CF-1291-4227-98EB-5F3287471003}"/>
              </a:ext>
            </a:extLst>
          </p:cNvPr>
          <p:cNvSpPr>
            <a:spLocks noGrp="1"/>
          </p:cNvSpPr>
          <p:nvPr>
            <p:ph idx="1"/>
          </p:nvPr>
        </p:nvSpPr>
        <p:spPr>
          <a:xfrm>
            <a:off x="810000" y="2305187"/>
            <a:ext cx="3225105" cy="765184"/>
          </a:xfrm>
          <a:effectLst/>
        </p:spPr>
        <p:txBody>
          <a:bodyPr>
            <a:normAutofit/>
          </a:bodyPr>
          <a:lstStyle/>
          <a:p>
            <a:pPr marL="0" indent="0">
              <a:buNone/>
            </a:pPr>
            <a:r>
              <a:rPr lang="vi-VN" sz="3200">
                <a:latin typeface="Candara" panose="020E0502030303020204" pitchFamily="34" charset="0"/>
              </a:rPr>
              <a:t>Sử dụng Scrapy </a:t>
            </a:r>
          </a:p>
        </p:txBody>
      </p:sp>
      <p:sp>
        <p:nvSpPr>
          <p:cNvPr id="6" name="Chỗ dành sẵn cho Nội dung 2">
            <a:extLst>
              <a:ext uri="{FF2B5EF4-FFF2-40B4-BE49-F238E27FC236}">
                <a16:creationId xmlns:a16="http://schemas.microsoft.com/office/drawing/2014/main" id="{D24FBA43-427B-4C22-B53C-3EFCA913494B}"/>
              </a:ext>
            </a:extLst>
          </p:cNvPr>
          <p:cNvSpPr txBox="1">
            <a:spLocks/>
          </p:cNvSpPr>
          <p:nvPr/>
        </p:nvSpPr>
        <p:spPr>
          <a:xfrm>
            <a:off x="810000" y="3355208"/>
            <a:ext cx="5104239" cy="432422"/>
          </a:xfrm>
          <a:prstGeom prst="rect">
            <a:avLst/>
          </a:prstGeom>
          <a:effectLst/>
        </p:spPr>
        <p:txBody>
          <a:bodyPr vert="horz" lIns="91440" tIns="45720" rIns="91440" bIns="45720" rtlCol="0" anchor="ctr">
            <a:norm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buClr>
                <a:srgbClr val="4E67C8"/>
              </a:buClr>
              <a:buNone/>
            </a:pPr>
            <a:r>
              <a:rPr kumimoji="0" lang="vi-VN" sz="2200" b="0" i="0" u="none" strike="noStrike" kern="1200" cap="none" spc="0" normalizeH="0" baseline="0" noProof="0">
                <a:ln>
                  <a:noFill/>
                </a:ln>
                <a:solidFill>
                  <a:prstClr val="white"/>
                </a:solidFill>
                <a:effectLst/>
                <a:uLnTx/>
                <a:uFillTx/>
                <a:latin typeface="Candara" panose="020E0502030303020204" pitchFamily="34" charset="0"/>
                <a:ea typeface="+mn-ea"/>
                <a:cs typeface="+mn-cs"/>
              </a:rPr>
              <a:t>Tạo Project với command line</a:t>
            </a:r>
          </a:p>
        </p:txBody>
      </p:sp>
      <p:pic>
        <p:nvPicPr>
          <p:cNvPr id="7" name="Hình ảnh 6">
            <a:extLst>
              <a:ext uri="{FF2B5EF4-FFF2-40B4-BE49-F238E27FC236}">
                <a16:creationId xmlns:a16="http://schemas.microsoft.com/office/drawing/2014/main" id="{A85B7D24-575A-4D51-B162-6051E44EB8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0000" y="4072467"/>
            <a:ext cx="4108005" cy="432422"/>
          </a:xfrm>
          <a:prstGeom prst="rect">
            <a:avLst/>
          </a:prstGeom>
        </p:spPr>
      </p:pic>
    </p:spTree>
    <p:extLst>
      <p:ext uri="{BB962C8B-B14F-4D97-AF65-F5344CB8AC3E}">
        <p14:creationId xmlns:p14="http://schemas.microsoft.com/office/powerpoint/2010/main" val="118366500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2" name="Rectangle 7">
            <a:extLst>
              <a:ext uri="{FF2B5EF4-FFF2-40B4-BE49-F238E27FC236}">
                <a16:creationId xmlns:a16="http://schemas.microsoft.com/office/drawing/2014/main" id="{4A0BDAB0-3EB0-4CD2-9B81-1EC0C79ADF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Freeform 6">
            <a:extLst>
              <a:ext uri="{FF2B5EF4-FFF2-40B4-BE49-F238E27FC236}">
                <a16:creationId xmlns:a16="http://schemas.microsoft.com/office/drawing/2014/main" id="{CBFF659F-D040-4A67-B951-3D6D61BB1F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accent4"/>
          </a:solidFill>
          <a:ln>
            <a:noFill/>
          </a:ln>
          <a:extLst>
            <a:ext uri="{91240B29-F687-4f45-9708-019B960494DF}">
              <a14:hiddenLine xmlns="" xmlns:a14="http://schemas.microsoft.com/office/drawing/2010/main" xmlns:p14="http://schemas.microsoft.com/office/powerpoint/2010/main" xmlns:a16="http://schemas.microsoft.com/office/drawing/2014/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êu đề 1">
            <a:extLst>
              <a:ext uri="{FF2B5EF4-FFF2-40B4-BE49-F238E27FC236}">
                <a16:creationId xmlns:a16="http://schemas.microsoft.com/office/drawing/2014/main" id="{8D44AF8F-2FFA-4F4B-AE13-1625147D0C3C}"/>
              </a:ext>
            </a:extLst>
          </p:cNvPr>
          <p:cNvSpPr>
            <a:spLocks noGrp="1"/>
          </p:cNvSpPr>
          <p:nvPr>
            <p:ph type="title"/>
          </p:nvPr>
        </p:nvSpPr>
        <p:spPr>
          <a:xfrm>
            <a:off x="810000" y="447188"/>
            <a:ext cx="10571998" cy="970450"/>
          </a:xfrm>
          <a:effectLst/>
        </p:spPr>
        <p:txBody>
          <a:bodyPr>
            <a:normAutofit/>
          </a:bodyPr>
          <a:lstStyle/>
          <a:p>
            <a:r>
              <a:rPr lang="en-US" sz="4400">
                <a:latin typeface="Segoe UI Light" panose="020B0502040204020203" pitchFamily="34" charset="0"/>
                <a:cs typeface="Segoe UI Light" panose="020B0502040204020203" pitchFamily="34" charset="0"/>
              </a:rPr>
              <a:t>GIỚI THIỆU VỀ SCRAPY</a:t>
            </a:r>
            <a:endParaRPr lang="vi-VN" sz="4400">
              <a:latin typeface="Segoe UI Light" panose="020B0502040204020203" pitchFamily="34" charset="0"/>
              <a:cs typeface="Segoe UI Light" panose="020B0502040204020203" pitchFamily="34" charset="0"/>
            </a:endParaRPr>
          </a:p>
        </p:txBody>
      </p:sp>
      <p:sp>
        <p:nvSpPr>
          <p:cNvPr id="3" name="Chỗ dành sẵn cho Nội dung 2">
            <a:extLst>
              <a:ext uri="{FF2B5EF4-FFF2-40B4-BE49-F238E27FC236}">
                <a16:creationId xmlns:a16="http://schemas.microsoft.com/office/drawing/2014/main" id="{E84960CF-1291-4227-98EB-5F3287471003}"/>
              </a:ext>
            </a:extLst>
          </p:cNvPr>
          <p:cNvSpPr>
            <a:spLocks noGrp="1"/>
          </p:cNvSpPr>
          <p:nvPr>
            <p:ph idx="1"/>
          </p:nvPr>
        </p:nvSpPr>
        <p:spPr>
          <a:xfrm>
            <a:off x="810000" y="2305187"/>
            <a:ext cx="3225105" cy="765184"/>
          </a:xfrm>
          <a:effectLst/>
        </p:spPr>
        <p:txBody>
          <a:bodyPr>
            <a:normAutofit/>
          </a:bodyPr>
          <a:lstStyle/>
          <a:p>
            <a:pPr marL="0" indent="0">
              <a:buNone/>
            </a:pPr>
            <a:r>
              <a:rPr lang="vi-VN" sz="3200">
                <a:latin typeface="Candara" panose="020E0502030303020204" pitchFamily="34" charset="0"/>
              </a:rPr>
              <a:t>Sử dụng Scrapy </a:t>
            </a:r>
          </a:p>
        </p:txBody>
      </p:sp>
      <p:sp>
        <p:nvSpPr>
          <p:cNvPr id="6" name="Chỗ dành sẵn cho Nội dung 2">
            <a:extLst>
              <a:ext uri="{FF2B5EF4-FFF2-40B4-BE49-F238E27FC236}">
                <a16:creationId xmlns:a16="http://schemas.microsoft.com/office/drawing/2014/main" id="{D24FBA43-427B-4C22-B53C-3EFCA913494B}"/>
              </a:ext>
            </a:extLst>
          </p:cNvPr>
          <p:cNvSpPr txBox="1">
            <a:spLocks/>
          </p:cNvSpPr>
          <p:nvPr/>
        </p:nvSpPr>
        <p:spPr>
          <a:xfrm>
            <a:off x="4442433" y="2305187"/>
            <a:ext cx="7074289" cy="4062279"/>
          </a:xfrm>
          <a:prstGeom prst="rect">
            <a:avLst/>
          </a:prstGeom>
          <a:effectLst/>
        </p:spPr>
        <p:txBody>
          <a:bodyPr vert="horz" lIns="91440" tIns="45720" rIns="91440" bIns="45720" rtlCol="0" anchor="ctr">
            <a:no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a:buClr>
                <a:srgbClr val="4E67C8"/>
              </a:buClr>
            </a:pPr>
            <a:r>
              <a:rPr kumimoji="0" lang="vi-VN" b="0" i="0" u="none" strike="noStrike" kern="1200" cap="none" spc="0" normalizeH="0" baseline="0" noProof="0">
                <a:ln>
                  <a:noFill/>
                </a:ln>
                <a:solidFill>
                  <a:prstClr val="white"/>
                </a:solidFill>
                <a:effectLst/>
                <a:uLnTx/>
                <a:uFillTx/>
                <a:latin typeface="Candara" panose="020E0502030303020204" pitchFamily="34" charset="0"/>
                <a:ea typeface="+mn-ea"/>
                <a:cs typeface="+mn-cs"/>
              </a:rPr>
              <a:t>scrapy.cfg: file config project scrapy</a:t>
            </a:r>
          </a:p>
          <a:p>
            <a:pPr>
              <a:buClr>
                <a:srgbClr val="4E67C8"/>
              </a:buClr>
            </a:pPr>
            <a:r>
              <a:rPr kumimoji="0" lang="vi-VN" b="0" i="0" u="none" strike="noStrike" kern="1200" cap="none" spc="0" normalizeH="0" baseline="0" noProof="0">
                <a:ln>
                  <a:noFill/>
                </a:ln>
                <a:solidFill>
                  <a:prstClr val="white"/>
                </a:solidFill>
                <a:effectLst/>
                <a:uLnTx/>
                <a:uFillTx/>
                <a:latin typeface="Candara" panose="020E0502030303020204" pitchFamily="34" charset="0"/>
                <a:ea typeface="+mn-ea"/>
                <a:cs typeface="+mn-cs"/>
              </a:rPr>
              <a:t>settings.py: file chứa settings cho spiders</a:t>
            </a:r>
          </a:p>
          <a:p>
            <a:pPr>
              <a:buClr>
                <a:srgbClr val="4E67C8"/>
              </a:buClr>
            </a:pPr>
            <a:r>
              <a:rPr kumimoji="0" lang="vi-VN" b="0" i="0" u="none" strike="noStrike" kern="1200" cap="none" spc="0" normalizeH="0" baseline="0" noProof="0">
                <a:ln>
                  <a:noFill/>
                </a:ln>
                <a:solidFill>
                  <a:prstClr val="white"/>
                </a:solidFill>
                <a:effectLst/>
                <a:uLnTx/>
                <a:uFillTx/>
                <a:latin typeface="Candara" panose="020E0502030303020204" pitchFamily="34" charset="0"/>
                <a:ea typeface="+mn-ea"/>
                <a:cs typeface="+mn-cs"/>
              </a:rPr>
              <a:t>middlewares.py: file chứa spider middlewares, là những framework được hook vào scrapy processing.</a:t>
            </a:r>
          </a:p>
          <a:p>
            <a:pPr>
              <a:buClr>
                <a:srgbClr val="4E67C8"/>
              </a:buClr>
            </a:pPr>
            <a:r>
              <a:rPr kumimoji="0" lang="vi-VN" b="0" i="0" u="none" strike="noStrike" kern="1200" cap="none" spc="0" normalizeH="0" baseline="0" noProof="0">
                <a:ln>
                  <a:noFill/>
                </a:ln>
                <a:solidFill>
                  <a:prstClr val="white"/>
                </a:solidFill>
                <a:effectLst/>
                <a:uLnTx/>
                <a:uFillTx/>
                <a:latin typeface="Candara" panose="020E0502030303020204" pitchFamily="34" charset="0"/>
                <a:ea typeface="+mn-ea"/>
                <a:cs typeface="+mn-cs"/>
              </a:rPr>
              <a:t>items.py: file chứa cấu trúc của item mà bạn sẽ tách dữ liệu. Nói đơn giản thì nó là một cái khung, sau khi chúng ta lấy được dữ liệu từ spiders, chúng ta sẽ đặt dữ liệu vào đây và xử lý</a:t>
            </a:r>
          </a:p>
          <a:p>
            <a:pPr>
              <a:buClr>
                <a:srgbClr val="4E67C8"/>
              </a:buClr>
            </a:pPr>
            <a:r>
              <a:rPr kumimoji="0" lang="vi-VN" b="0" i="0" u="none" strike="noStrike" kern="1200" cap="none" spc="0" normalizeH="0" baseline="0" noProof="0">
                <a:ln>
                  <a:noFill/>
                </a:ln>
                <a:solidFill>
                  <a:prstClr val="white"/>
                </a:solidFill>
                <a:effectLst/>
                <a:uLnTx/>
                <a:uFillTx/>
                <a:latin typeface="Candara" panose="020E0502030303020204" pitchFamily="34" charset="0"/>
                <a:ea typeface="+mn-ea"/>
                <a:cs typeface="+mn-cs"/>
              </a:rPr>
              <a:t>pipelines.py: sau khi chúng ta đặt dữ liệu vào cho items.py, chúng ta sẽ xử lý ở function process_items trong pipeline. Bạn có thể save vào database, hoặc chỉ trả về item đó</a:t>
            </a:r>
          </a:p>
          <a:p>
            <a:pPr>
              <a:buClr>
                <a:srgbClr val="4E67C8"/>
              </a:buClr>
            </a:pPr>
            <a:r>
              <a:rPr kumimoji="0" lang="vi-VN" b="0" i="0" u="none" strike="noStrike" kern="1200" cap="none" spc="0" normalizeH="0" baseline="0" noProof="0">
                <a:ln>
                  <a:noFill/>
                </a:ln>
                <a:solidFill>
                  <a:prstClr val="white"/>
                </a:solidFill>
                <a:effectLst/>
                <a:uLnTx/>
                <a:uFillTx/>
                <a:latin typeface="Candara" panose="020E0502030303020204" pitchFamily="34" charset="0"/>
                <a:ea typeface="+mn-ea"/>
                <a:cs typeface="+mn-cs"/>
              </a:rPr>
              <a:t>folder spiders: là nơi chúng ta tạo file spider để chạy dữ liệu.</a:t>
            </a:r>
          </a:p>
        </p:txBody>
      </p:sp>
      <p:pic>
        <p:nvPicPr>
          <p:cNvPr id="5" name="Hình ảnh 4" descr="Ảnh có chứa ảnh chụp màn hình, màn hình&#10;&#10;Mô tả được tạo tự động">
            <a:extLst>
              <a:ext uri="{FF2B5EF4-FFF2-40B4-BE49-F238E27FC236}">
                <a16:creationId xmlns:a16="http://schemas.microsoft.com/office/drawing/2014/main" id="{F981BEC6-3C32-49A6-88C0-A26881A74D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7343" y="3070371"/>
            <a:ext cx="2747095" cy="3229983"/>
          </a:xfrm>
          <a:prstGeom prst="rect">
            <a:avLst/>
          </a:prstGeom>
        </p:spPr>
      </p:pic>
    </p:spTree>
    <p:extLst>
      <p:ext uri="{BB962C8B-B14F-4D97-AF65-F5344CB8AC3E}">
        <p14:creationId xmlns:p14="http://schemas.microsoft.com/office/powerpoint/2010/main" val="359979330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2" name="Rectangle 7">
            <a:extLst>
              <a:ext uri="{FF2B5EF4-FFF2-40B4-BE49-F238E27FC236}">
                <a16:creationId xmlns:a16="http://schemas.microsoft.com/office/drawing/2014/main" id="{4A0BDAB0-3EB0-4CD2-9B81-1EC0C79ADF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Freeform 6">
            <a:extLst>
              <a:ext uri="{FF2B5EF4-FFF2-40B4-BE49-F238E27FC236}">
                <a16:creationId xmlns:a16="http://schemas.microsoft.com/office/drawing/2014/main" id="{CBFF659F-D040-4A67-B951-3D6D61BB1F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accent4"/>
          </a:solidFill>
          <a:ln>
            <a:noFill/>
          </a:ln>
          <a:extLst>
            <a:ext uri="{91240B29-F687-4f45-9708-019B960494DF}">
              <a14:hiddenLine xmlns="" xmlns:a14="http://schemas.microsoft.com/office/drawing/2010/main" xmlns:p14="http://schemas.microsoft.com/office/powerpoint/2010/main" xmlns:a16="http://schemas.microsoft.com/office/drawing/2014/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êu đề 1">
            <a:extLst>
              <a:ext uri="{FF2B5EF4-FFF2-40B4-BE49-F238E27FC236}">
                <a16:creationId xmlns:a16="http://schemas.microsoft.com/office/drawing/2014/main" id="{8D44AF8F-2FFA-4F4B-AE13-1625147D0C3C}"/>
              </a:ext>
            </a:extLst>
          </p:cNvPr>
          <p:cNvSpPr>
            <a:spLocks noGrp="1"/>
          </p:cNvSpPr>
          <p:nvPr>
            <p:ph type="title"/>
          </p:nvPr>
        </p:nvSpPr>
        <p:spPr>
          <a:xfrm>
            <a:off x="810000" y="447188"/>
            <a:ext cx="10571998" cy="970450"/>
          </a:xfrm>
          <a:effectLst/>
        </p:spPr>
        <p:txBody>
          <a:bodyPr>
            <a:normAutofit/>
          </a:bodyPr>
          <a:lstStyle/>
          <a:p>
            <a:r>
              <a:rPr lang="en-US" sz="4400">
                <a:latin typeface="Segoe UI Light" panose="020B0502040204020203" pitchFamily="34" charset="0"/>
                <a:cs typeface="Segoe UI Light" panose="020B0502040204020203" pitchFamily="34" charset="0"/>
              </a:rPr>
              <a:t>GIỚI THIỆU VỀ SELENIUM</a:t>
            </a:r>
            <a:endParaRPr lang="vi-VN" sz="4400">
              <a:latin typeface="Segoe UI Light" panose="020B0502040204020203" pitchFamily="34" charset="0"/>
              <a:cs typeface="Segoe UI Light" panose="020B0502040204020203" pitchFamily="34" charset="0"/>
            </a:endParaRPr>
          </a:p>
        </p:txBody>
      </p:sp>
      <p:sp>
        <p:nvSpPr>
          <p:cNvPr id="6" name="Chỗ dành sẵn cho Nội dung 2">
            <a:extLst>
              <a:ext uri="{FF2B5EF4-FFF2-40B4-BE49-F238E27FC236}">
                <a16:creationId xmlns:a16="http://schemas.microsoft.com/office/drawing/2014/main" id="{D24FBA43-427B-4C22-B53C-3EFCA913494B}"/>
              </a:ext>
            </a:extLst>
          </p:cNvPr>
          <p:cNvSpPr txBox="1">
            <a:spLocks/>
          </p:cNvSpPr>
          <p:nvPr/>
        </p:nvSpPr>
        <p:spPr>
          <a:xfrm>
            <a:off x="810000" y="2717645"/>
            <a:ext cx="9432958" cy="2911368"/>
          </a:xfrm>
          <a:prstGeom prst="rect">
            <a:avLst/>
          </a:prstGeom>
          <a:effectLst/>
        </p:spPr>
        <p:txBody>
          <a:bodyPr vert="horz" lIns="91440" tIns="45720" rIns="91440" bIns="45720" rtlCol="0" anchor="ctr">
            <a:norm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600"/>
              </a:spcAft>
              <a:buClr>
                <a:srgbClr val="4E67C8"/>
              </a:buClr>
              <a:buSzTx/>
              <a:buFont typeface="Wingdings 2" charset="2"/>
              <a:buNone/>
              <a:tabLst/>
              <a:defRPr/>
            </a:pPr>
            <a:r>
              <a:rPr lang="vi-VN" sz="2200">
                <a:solidFill>
                  <a:prstClr val="white"/>
                </a:solidFill>
                <a:latin typeface="Candara" panose="020E0502030303020204" pitchFamily="34" charset="0"/>
              </a:rPr>
              <a:t>Selenium là công cụ kiểm thử phần mềm tự động gồm có 4 phần:</a:t>
            </a:r>
          </a:p>
          <a:p>
            <a:pPr>
              <a:buClr>
                <a:srgbClr val="4E67C8"/>
              </a:buClr>
              <a:defRPr/>
            </a:pPr>
            <a:r>
              <a:rPr lang="vi-VN" sz="2200">
                <a:solidFill>
                  <a:prstClr val="white"/>
                </a:solidFill>
                <a:latin typeface="Candara" panose="020E0502030303020204" pitchFamily="34" charset="0"/>
              </a:rPr>
              <a:t>Selenium IDE</a:t>
            </a:r>
          </a:p>
          <a:p>
            <a:pPr>
              <a:buClr>
                <a:srgbClr val="4E67C8"/>
              </a:buClr>
              <a:defRPr/>
            </a:pPr>
            <a:r>
              <a:rPr lang="vi-VN" sz="2200">
                <a:solidFill>
                  <a:prstClr val="white"/>
                </a:solidFill>
                <a:latin typeface="Candara" panose="020E0502030303020204" pitchFamily="34" charset="0"/>
              </a:rPr>
              <a:t>Selenium RC</a:t>
            </a:r>
          </a:p>
          <a:p>
            <a:pPr>
              <a:buClr>
                <a:srgbClr val="4E67C8"/>
              </a:buClr>
              <a:defRPr/>
            </a:pPr>
            <a:r>
              <a:rPr lang="vi-VN" sz="2200">
                <a:solidFill>
                  <a:prstClr val="white"/>
                </a:solidFill>
                <a:latin typeface="Candara" panose="020E0502030303020204" pitchFamily="34" charset="0"/>
              </a:rPr>
              <a:t>Selenium Grid</a:t>
            </a:r>
          </a:p>
          <a:p>
            <a:pPr>
              <a:buClr>
                <a:srgbClr val="4E67C8"/>
              </a:buClr>
              <a:defRPr/>
            </a:pPr>
            <a:r>
              <a:rPr lang="vi-VN" sz="2200">
                <a:solidFill>
                  <a:prstClr val="white"/>
                </a:solidFill>
                <a:latin typeface="Candara" panose="020E0502030303020204" pitchFamily="34" charset="0"/>
              </a:rPr>
              <a:t>Selenium WebDriver </a:t>
            </a:r>
          </a:p>
          <a:p>
            <a:pPr marL="0" indent="0">
              <a:buClr>
                <a:srgbClr val="4E67C8"/>
              </a:buClr>
              <a:buNone/>
              <a:defRPr/>
            </a:pPr>
            <a:r>
              <a:rPr lang="vi-VN" sz="2200">
                <a:solidFill>
                  <a:prstClr val="white"/>
                </a:solidFill>
                <a:latin typeface="Candara" panose="020E0502030303020204" pitchFamily="34" charset="0"/>
              </a:rPr>
              <a:t>Tận dụng sức mạnh khi login và click của Selenium để kết hợp với Scrapy</a:t>
            </a:r>
          </a:p>
        </p:txBody>
      </p:sp>
    </p:spTree>
    <p:extLst>
      <p:ext uri="{BB962C8B-B14F-4D97-AF65-F5344CB8AC3E}">
        <p14:creationId xmlns:p14="http://schemas.microsoft.com/office/powerpoint/2010/main" val="37321681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2" name="Rectangle 7">
            <a:extLst>
              <a:ext uri="{FF2B5EF4-FFF2-40B4-BE49-F238E27FC236}">
                <a16:creationId xmlns:a16="http://schemas.microsoft.com/office/drawing/2014/main" id="{4A0BDAB0-3EB0-4CD2-9B81-1EC0C79ADF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Freeform 6">
            <a:extLst>
              <a:ext uri="{FF2B5EF4-FFF2-40B4-BE49-F238E27FC236}">
                <a16:creationId xmlns:a16="http://schemas.microsoft.com/office/drawing/2014/main" id="{CBFF659F-D040-4A67-B951-3D6D61BB1F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accent4"/>
          </a:solidFill>
          <a:ln>
            <a:noFill/>
          </a:ln>
          <a:extLst>
            <a:ext uri="{91240B29-F687-4f45-9708-019B960494DF}">
              <a14:hiddenLine xmlns="" xmlns:a14="http://schemas.microsoft.com/office/drawing/2010/main" xmlns:p14="http://schemas.microsoft.com/office/powerpoint/2010/main" xmlns:a16="http://schemas.microsoft.com/office/drawing/2014/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êu đề 1">
            <a:extLst>
              <a:ext uri="{FF2B5EF4-FFF2-40B4-BE49-F238E27FC236}">
                <a16:creationId xmlns:a16="http://schemas.microsoft.com/office/drawing/2014/main" id="{8D44AF8F-2FFA-4F4B-AE13-1625147D0C3C}"/>
              </a:ext>
            </a:extLst>
          </p:cNvPr>
          <p:cNvSpPr>
            <a:spLocks noGrp="1"/>
          </p:cNvSpPr>
          <p:nvPr>
            <p:ph type="title"/>
          </p:nvPr>
        </p:nvSpPr>
        <p:spPr>
          <a:xfrm>
            <a:off x="810000" y="447188"/>
            <a:ext cx="10571998" cy="970450"/>
          </a:xfrm>
          <a:effectLst/>
        </p:spPr>
        <p:txBody>
          <a:bodyPr>
            <a:normAutofit/>
          </a:bodyPr>
          <a:lstStyle/>
          <a:p>
            <a:r>
              <a:rPr lang="en-US" sz="4400">
                <a:latin typeface="Segoe UI Light" panose="020B0502040204020203" pitchFamily="34" charset="0"/>
                <a:cs typeface="Segoe UI Light" panose="020B0502040204020203" pitchFamily="34" charset="0"/>
              </a:rPr>
              <a:t>GIỚI THIỆU VỀ SELENIUM</a:t>
            </a:r>
            <a:endParaRPr lang="vi-VN" sz="4400">
              <a:latin typeface="Segoe UI Light" panose="020B0502040204020203" pitchFamily="34" charset="0"/>
              <a:cs typeface="Segoe UI Light" panose="020B0502040204020203" pitchFamily="34" charset="0"/>
            </a:endParaRPr>
          </a:p>
        </p:txBody>
      </p:sp>
      <p:sp>
        <p:nvSpPr>
          <p:cNvPr id="6" name="Chỗ dành sẵn cho Nội dung 2">
            <a:extLst>
              <a:ext uri="{FF2B5EF4-FFF2-40B4-BE49-F238E27FC236}">
                <a16:creationId xmlns:a16="http://schemas.microsoft.com/office/drawing/2014/main" id="{D24FBA43-427B-4C22-B53C-3EFCA913494B}"/>
              </a:ext>
            </a:extLst>
          </p:cNvPr>
          <p:cNvSpPr txBox="1">
            <a:spLocks/>
          </p:cNvSpPr>
          <p:nvPr/>
        </p:nvSpPr>
        <p:spPr>
          <a:xfrm>
            <a:off x="810000" y="2717645"/>
            <a:ext cx="9432958" cy="2726810"/>
          </a:xfrm>
          <a:prstGeom prst="rect">
            <a:avLst/>
          </a:prstGeom>
          <a:effectLst/>
        </p:spPr>
        <p:txBody>
          <a:bodyPr vert="horz" lIns="91440" tIns="45720" rIns="91440" bIns="45720" rtlCol="0" anchor="ctr">
            <a:norm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600"/>
              </a:spcAft>
              <a:buClr>
                <a:srgbClr val="4E67C8"/>
              </a:buClr>
              <a:buSzTx/>
              <a:buFont typeface="Wingdings 2" charset="2"/>
              <a:buNone/>
              <a:tabLst/>
              <a:defRPr/>
            </a:pPr>
            <a:r>
              <a:rPr kumimoji="0" lang="vi-VN" sz="2200" b="0" i="0" u="none" strike="noStrike" kern="1200" cap="none" spc="0" normalizeH="0" baseline="0" noProof="0">
                <a:ln>
                  <a:noFill/>
                </a:ln>
                <a:solidFill>
                  <a:prstClr val="white"/>
                </a:solidFill>
                <a:effectLst/>
                <a:uLnTx/>
                <a:uFillTx/>
                <a:latin typeface="Candara" panose="020E0502030303020204" pitchFamily="34" charset="0"/>
                <a:ea typeface="+mn-ea"/>
                <a:cs typeface="+mn-cs"/>
              </a:rPr>
              <a:t>Selenium là công cụ kiểm thử phần mềm tự động gồm có 4 phần:</a:t>
            </a:r>
          </a:p>
          <a:p>
            <a:pPr marL="342900" marR="0" lvl="0" indent="-342900" algn="l" defTabSz="457200" rtl="0" eaLnBrk="1" fontAlgn="auto" latinLnBrk="0" hangingPunct="1">
              <a:lnSpc>
                <a:spcPct val="100000"/>
              </a:lnSpc>
              <a:spcBef>
                <a:spcPct val="20000"/>
              </a:spcBef>
              <a:spcAft>
                <a:spcPts val="600"/>
              </a:spcAft>
              <a:buClr>
                <a:srgbClr val="4E67C8"/>
              </a:buClr>
              <a:buSzTx/>
              <a:buFont typeface="Wingdings 2" charset="2"/>
              <a:buChar char=""/>
              <a:tabLst/>
              <a:defRPr/>
            </a:pPr>
            <a:r>
              <a:rPr kumimoji="0" lang="vi-VN" sz="2200" b="0" i="0" u="none" strike="noStrike" kern="1200" cap="none" spc="0" normalizeH="0" baseline="0" noProof="0">
                <a:ln>
                  <a:noFill/>
                </a:ln>
                <a:solidFill>
                  <a:prstClr val="white"/>
                </a:solidFill>
                <a:effectLst/>
                <a:uLnTx/>
                <a:uFillTx/>
                <a:latin typeface="Candara" panose="020E0502030303020204" pitchFamily="34" charset="0"/>
                <a:ea typeface="+mn-ea"/>
                <a:cs typeface="+mn-cs"/>
              </a:rPr>
              <a:t>Selenium IDE</a:t>
            </a:r>
          </a:p>
          <a:p>
            <a:pPr marL="342900" marR="0" lvl="0" indent="-342900" algn="l" defTabSz="457200" rtl="0" eaLnBrk="1" fontAlgn="auto" latinLnBrk="0" hangingPunct="1">
              <a:lnSpc>
                <a:spcPct val="100000"/>
              </a:lnSpc>
              <a:spcBef>
                <a:spcPct val="20000"/>
              </a:spcBef>
              <a:spcAft>
                <a:spcPts val="600"/>
              </a:spcAft>
              <a:buClr>
                <a:srgbClr val="4E67C8"/>
              </a:buClr>
              <a:buSzTx/>
              <a:buFont typeface="Wingdings 2" charset="2"/>
              <a:buChar char=""/>
              <a:tabLst/>
              <a:defRPr/>
            </a:pPr>
            <a:r>
              <a:rPr kumimoji="0" lang="vi-VN" sz="2200" b="0" i="0" u="none" strike="noStrike" kern="1200" cap="none" spc="0" normalizeH="0" baseline="0" noProof="0">
                <a:ln>
                  <a:noFill/>
                </a:ln>
                <a:solidFill>
                  <a:prstClr val="white"/>
                </a:solidFill>
                <a:effectLst/>
                <a:uLnTx/>
                <a:uFillTx/>
                <a:latin typeface="Candara" panose="020E0502030303020204" pitchFamily="34" charset="0"/>
                <a:ea typeface="+mn-ea"/>
                <a:cs typeface="+mn-cs"/>
              </a:rPr>
              <a:t>Selenium RC</a:t>
            </a:r>
          </a:p>
          <a:p>
            <a:pPr marL="342900" marR="0" lvl="0" indent="-342900" algn="l" defTabSz="457200" rtl="0" eaLnBrk="1" fontAlgn="auto" latinLnBrk="0" hangingPunct="1">
              <a:lnSpc>
                <a:spcPct val="100000"/>
              </a:lnSpc>
              <a:spcBef>
                <a:spcPct val="20000"/>
              </a:spcBef>
              <a:spcAft>
                <a:spcPts val="600"/>
              </a:spcAft>
              <a:buClr>
                <a:srgbClr val="4E67C8"/>
              </a:buClr>
              <a:buSzTx/>
              <a:buFont typeface="Wingdings 2" charset="2"/>
              <a:buChar char=""/>
              <a:tabLst/>
              <a:defRPr/>
            </a:pPr>
            <a:r>
              <a:rPr kumimoji="0" lang="vi-VN" sz="2200" b="0" i="0" u="none" strike="noStrike" kern="1200" cap="none" spc="0" normalizeH="0" baseline="0" noProof="0">
                <a:ln>
                  <a:noFill/>
                </a:ln>
                <a:solidFill>
                  <a:prstClr val="white"/>
                </a:solidFill>
                <a:effectLst/>
                <a:uLnTx/>
                <a:uFillTx/>
                <a:latin typeface="Candara" panose="020E0502030303020204" pitchFamily="34" charset="0"/>
                <a:ea typeface="+mn-ea"/>
                <a:cs typeface="+mn-cs"/>
              </a:rPr>
              <a:t>Selenium Grid</a:t>
            </a:r>
          </a:p>
          <a:p>
            <a:pPr marL="342900" marR="0" lvl="0" indent="-342900" algn="l" defTabSz="457200" rtl="0" eaLnBrk="1" fontAlgn="auto" latinLnBrk="0" hangingPunct="1">
              <a:lnSpc>
                <a:spcPct val="100000"/>
              </a:lnSpc>
              <a:spcBef>
                <a:spcPct val="20000"/>
              </a:spcBef>
              <a:spcAft>
                <a:spcPts val="600"/>
              </a:spcAft>
              <a:buClr>
                <a:srgbClr val="4E67C8"/>
              </a:buClr>
              <a:buSzTx/>
              <a:buFont typeface="Wingdings 2" charset="2"/>
              <a:buChar char=""/>
              <a:tabLst/>
              <a:defRPr/>
            </a:pPr>
            <a:r>
              <a:rPr kumimoji="0" lang="vi-VN" sz="2200" b="0" i="0" u="none" strike="noStrike" kern="1200" cap="none" spc="0" normalizeH="0" baseline="0" noProof="0">
                <a:ln>
                  <a:noFill/>
                </a:ln>
                <a:solidFill>
                  <a:prstClr val="white"/>
                </a:solidFill>
                <a:effectLst/>
                <a:uLnTx/>
                <a:uFillTx/>
                <a:latin typeface="Candara" panose="020E0502030303020204" pitchFamily="34" charset="0"/>
                <a:ea typeface="+mn-ea"/>
                <a:cs typeface="+mn-cs"/>
              </a:rPr>
              <a:t>Selenium WebDriver </a:t>
            </a:r>
          </a:p>
        </p:txBody>
      </p:sp>
    </p:spTree>
    <p:extLst>
      <p:ext uri="{BB962C8B-B14F-4D97-AF65-F5344CB8AC3E}">
        <p14:creationId xmlns:p14="http://schemas.microsoft.com/office/powerpoint/2010/main" val="42003732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2" name="Rectangle 7">
            <a:extLst>
              <a:ext uri="{FF2B5EF4-FFF2-40B4-BE49-F238E27FC236}">
                <a16:creationId xmlns:a16="http://schemas.microsoft.com/office/drawing/2014/main" id="{4A0BDAB0-3EB0-4CD2-9B81-1EC0C79ADF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Freeform 6">
            <a:extLst>
              <a:ext uri="{FF2B5EF4-FFF2-40B4-BE49-F238E27FC236}">
                <a16:creationId xmlns:a16="http://schemas.microsoft.com/office/drawing/2014/main" id="{CBFF659F-D040-4A67-B951-3D6D61BB1F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accent4"/>
          </a:solidFill>
          <a:ln>
            <a:noFill/>
          </a:ln>
          <a:extLst>
            <a:ext uri="{91240B29-F687-4f45-9708-019B960494DF}">
              <a14:hiddenLine xmlns="" xmlns:a14="http://schemas.microsoft.com/office/drawing/2010/main" xmlns:p14="http://schemas.microsoft.com/office/powerpoint/2010/main" xmlns:a16="http://schemas.microsoft.com/office/drawing/2014/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êu đề 1">
            <a:extLst>
              <a:ext uri="{FF2B5EF4-FFF2-40B4-BE49-F238E27FC236}">
                <a16:creationId xmlns:a16="http://schemas.microsoft.com/office/drawing/2014/main" id="{8D44AF8F-2FFA-4F4B-AE13-1625147D0C3C}"/>
              </a:ext>
            </a:extLst>
          </p:cNvPr>
          <p:cNvSpPr>
            <a:spLocks noGrp="1"/>
          </p:cNvSpPr>
          <p:nvPr>
            <p:ph type="title"/>
          </p:nvPr>
        </p:nvSpPr>
        <p:spPr>
          <a:xfrm>
            <a:off x="810000" y="447188"/>
            <a:ext cx="10571998" cy="970450"/>
          </a:xfrm>
          <a:effectLst/>
        </p:spPr>
        <p:txBody>
          <a:bodyPr>
            <a:normAutofit/>
          </a:bodyPr>
          <a:lstStyle/>
          <a:p>
            <a:r>
              <a:rPr lang="en-US" sz="4400">
                <a:latin typeface="Segoe UI Light" panose="020B0502040204020203" pitchFamily="34" charset="0"/>
                <a:cs typeface="Segoe UI Light" panose="020B0502040204020203" pitchFamily="34" charset="0"/>
              </a:rPr>
              <a:t>THU THẬP COMMENTS TRÊN FACEBOOK</a:t>
            </a:r>
            <a:endParaRPr lang="vi-VN" sz="4400">
              <a:latin typeface="Segoe UI Light" panose="020B0502040204020203" pitchFamily="34" charset="0"/>
              <a:cs typeface="Segoe UI Light" panose="020B0502040204020203" pitchFamily="34" charset="0"/>
            </a:endParaRPr>
          </a:p>
        </p:txBody>
      </p:sp>
      <p:pic>
        <p:nvPicPr>
          <p:cNvPr id="9" name="Hình ảnh 8" descr="Ảnh có chứa ảnh chụp màn hình&#10;&#10;Mô tả được tạo tự động">
            <a:extLst>
              <a:ext uri="{FF2B5EF4-FFF2-40B4-BE49-F238E27FC236}">
                <a16:creationId xmlns:a16="http://schemas.microsoft.com/office/drawing/2014/main" id="{7171E673-25BC-44D9-BD26-9469570A6B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60619" y="2277709"/>
            <a:ext cx="7910245" cy="4488569"/>
          </a:xfrm>
          <a:prstGeom prst="rect">
            <a:avLst/>
          </a:prstGeom>
        </p:spPr>
      </p:pic>
      <p:sp>
        <p:nvSpPr>
          <p:cNvPr id="3" name="Hộp Văn bản 2">
            <a:extLst>
              <a:ext uri="{FF2B5EF4-FFF2-40B4-BE49-F238E27FC236}">
                <a16:creationId xmlns:a16="http://schemas.microsoft.com/office/drawing/2014/main" id="{42B3FC7B-610D-41ED-9DD5-BD562B5CE848}"/>
              </a:ext>
            </a:extLst>
          </p:cNvPr>
          <p:cNvSpPr txBox="1"/>
          <p:nvPr/>
        </p:nvSpPr>
        <p:spPr>
          <a:xfrm>
            <a:off x="367221" y="3690996"/>
            <a:ext cx="3126177" cy="830997"/>
          </a:xfrm>
          <a:prstGeom prst="rect">
            <a:avLst/>
          </a:prstGeom>
          <a:noFill/>
        </p:spPr>
        <p:txBody>
          <a:bodyPr wrap="none" rtlCol="0">
            <a:spAutoFit/>
          </a:bodyPr>
          <a:lstStyle/>
          <a:p>
            <a:r>
              <a:rPr lang="en-US" sz="2400">
                <a:latin typeface="Candara" panose="020E0502030303020204" pitchFamily="34" charset="0"/>
              </a:rPr>
              <a:t>Đối với trang </a:t>
            </a:r>
            <a:br>
              <a:rPr lang="en-US" sz="2400">
                <a:latin typeface="Candara" panose="020E0502030303020204" pitchFamily="34" charset="0"/>
              </a:rPr>
            </a:br>
            <a:r>
              <a:rPr lang="en-US" sz="2400">
                <a:latin typeface="Candara" panose="020E0502030303020204" pitchFamily="34" charset="0"/>
              </a:rPr>
              <a:t>fanpage không private</a:t>
            </a:r>
            <a:endParaRPr lang="vi-VN" sz="2400">
              <a:latin typeface="Candara" panose="020E0502030303020204" pitchFamily="34" charset="0"/>
            </a:endParaRPr>
          </a:p>
        </p:txBody>
      </p:sp>
    </p:spTree>
    <p:extLst>
      <p:ext uri="{BB962C8B-B14F-4D97-AF65-F5344CB8AC3E}">
        <p14:creationId xmlns:p14="http://schemas.microsoft.com/office/powerpoint/2010/main" val="86355415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2" name="Rectangle 7">
            <a:extLst>
              <a:ext uri="{FF2B5EF4-FFF2-40B4-BE49-F238E27FC236}">
                <a16:creationId xmlns:a16="http://schemas.microsoft.com/office/drawing/2014/main" id="{4A0BDAB0-3EB0-4CD2-9B81-1EC0C79ADF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Freeform 6">
            <a:extLst>
              <a:ext uri="{FF2B5EF4-FFF2-40B4-BE49-F238E27FC236}">
                <a16:creationId xmlns:a16="http://schemas.microsoft.com/office/drawing/2014/main" id="{CBFF659F-D040-4A67-B951-3D6D61BB1F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accent4"/>
          </a:solidFill>
          <a:ln>
            <a:noFill/>
          </a:ln>
          <a:extLst>
            <a:ext uri="{91240B29-F687-4f45-9708-019B960494DF}">
              <a14:hiddenLine xmlns="" xmlns:a14="http://schemas.microsoft.com/office/drawing/2010/main" xmlns:p14="http://schemas.microsoft.com/office/powerpoint/2010/main" xmlns:a16="http://schemas.microsoft.com/office/drawing/2014/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êu đề 1">
            <a:extLst>
              <a:ext uri="{FF2B5EF4-FFF2-40B4-BE49-F238E27FC236}">
                <a16:creationId xmlns:a16="http://schemas.microsoft.com/office/drawing/2014/main" id="{8D44AF8F-2FFA-4F4B-AE13-1625147D0C3C}"/>
              </a:ext>
            </a:extLst>
          </p:cNvPr>
          <p:cNvSpPr>
            <a:spLocks noGrp="1"/>
          </p:cNvSpPr>
          <p:nvPr>
            <p:ph type="title"/>
          </p:nvPr>
        </p:nvSpPr>
        <p:spPr>
          <a:xfrm>
            <a:off x="810000" y="447188"/>
            <a:ext cx="10571998" cy="970450"/>
          </a:xfrm>
          <a:effectLst/>
        </p:spPr>
        <p:txBody>
          <a:bodyPr>
            <a:normAutofit/>
          </a:bodyPr>
          <a:lstStyle/>
          <a:p>
            <a:r>
              <a:rPr lang="en-US" sz="4400">
                <a:latin typeface="Segoe UI Light" panose="020B0502040204020203" pitchFamily="34" charset="0"/>
                <a:cs typeface="Segoe UI Light" panose="020B0502040204020203" pitchFamily="34" charset="0"/>
              </a:rPr>
              <a:t>THU THẬP COMMENTS TRÊN FACEBOOK</a:t>
            </a:r>
            <a:endParaRPr lang="vi-VN" sz="4400">
              <a:latin typeface="Segoe UI Light" panose="020B0502040204020203" pitchFamily="34" charset="0"/>
              <a:cs typeface="Segoe UI Light" panose="020B0502040204020203" pitchFamily="34" charset="0"/>
            </a:endParaRPr>
          </a:p>
        </p:txBody>
      </p:sp>
      <p:pic>
        <p:nvPicPr>
          <p:cNvPr id="4" name="Hình ảnh 3" descr="Ảnh có chứa ảnh chụp màn hình, điện thoại&#10;&#10;Mô tả được tạo tự động">
            <a:extLst>
              <a:ext uri="{FF2B5EF4-FFF2-40B4-BE49-F238E27FC236}">
                <a16:creationId xmlns:a16="http://schemas.microsoft.com/office/drawing/2014/main" id="{9C86B2A6-2D5F-46A3-B091-640EB05004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0762" y="2017544"/>
            <a:ext cx="6412289" cy="4840456"/>
          </a:xfrm>
          <a:prstGeom prst="rect">
            <a:avLst/>
          </a:prstGeom>
        </p:spPr>
      </p:pic>
      <p:sp>
        <p:nvSpPr>
          <p:cNvPr id="6" name="Hộp Văn bản 5">
            <a:extLst>
              <a:ext uri="{FF2B5EF4-FFF2-40B4-BE49-F238E27FC236}">
                <a16:creationId xmlns:a16="http://schemas.microsoft.com/office/drawing/2014/main" id="{98DBFD44-D54F-4683-880C-2D197CB0047D}"/>
              </a:ext>
            </a:extLst>
          </p:cNvPr>
          <p:cNvSpPr txBox="1"/>
          <p:nvPr/>
        </p:nvSpPr>
        <p:spPr>
          <a:xfrm>
            <a:off x="367221" y="3690996"/>
            <a:ext cx="3126177" cy="830997"/>
          </a:xfrm>
          <a:prstGeom prst="rect">
            <a:avLst/>
          </a:prstGeom>
          <a:noFill/>
        </p:spPr>
        <p:txBody>
          <a:bodyPr wrap="none" rtlCol="0">
            <a:spAutoFit/>
          </a:bodyPr>
          <a:lstStyle/>
          <a:p>
            <a:r>
              <a:rPr lang="en-US" sz="2400">
                <a:latin typeface="Candara" panose="020E0502030303020204" pitchFamily="34" charset="0"/>
              </a:rPr>
              <a:t>Đối với trang </a:t>
            </a:r>
            <a:br>
              <a:rPr lang="en-US" sz="2400">
                <a:latin typeface="Candara" panose="020E0502030303020204" pitchFamily="34" charset="0"/>
              </a:rPr>
            </a:br>
            <a:r>
              <a:rPr lang="en-US" sz="2400">
                <a:latin typeface="Candara" panose="020E0502030303020204" pitchFamily="34" charset="0"/>
              </a:rPr>
              <a:t>fanpage không private</a:t>
            </a:r>
            <a:endParaRPr lang="vi-VN" sz="2400">
              <a:latin typeface="Candara" panose="020E0502030303020204" pitchFamily="34" charset="0"/>
            </a:endParaRPr>
          </a:p>
        </p:txBody>
      </p:sp>
    </p:spTree>
    <p:extLst>
      <p:ext uri="{BB962C8B-B14F-4D97-AF65-F5344CB8AC3E}">
        <p14:creationId xmlns:p14="http://schemas.microsoft.com/office/powerpoint/2010/main" val="194567540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2" name="Rectangle 7">
            <a:extLst>
              <a:ext uri="{FF2B5EF4-FFF2-40B4-BE49-F238E27FC236}">
                <a16:creationId xmlns:a16="http://schemas.microsoft.com/office/drawing/2014/main" id="{4A0BDAB0-3EB0-4CD2-9B81-1EC0C79ADF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Freeform 6">
            <a:extLst>
              <a:ext uri="{FF2B5EF4-FFF2-40B4-BE49-F238E27FC236}">
                <a16:creationId xmlns:a16="http://schemas.microsoft.com/office/drawing/2014/main" id="{CBFF659F-D040-4A67-B951-3D6D61BB1F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accent4"/>
          </a:solidFill>
          <a:ln>
            <a:noFill/>
          </a:ln>
          <a:extLst>
            <a:ext uri="{91240B29-F687-4f45-9708-019B960494DF}">
              <a14:hiddenLine xmlns="" xmlns:a14="http://schemas.microsoft.com/office/drawing/2010/main" xmlns:p14="http://schemas.microsoft.com/office/powerpoint/2010/main" xmlns:a16="http://schemas.microsoft.com/office/drawing/2014/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êu đề 1">
            <a:extLst>
              <a:ext uri="{FF2B5EF4-FFF2-40B4-BE49-F238E27FC236}">
                <a16:creationId xmlns:a16="http://schemas.microsoft.com/office/drawing/2014/main" id="{8D44AF8F-2FFA-4F4B-AE13-1625147D0C3C}"/>
              </a:ext>
            </a:extLst>
          </p:cNvPr>
          <p:cNvSpPr>
            <a:spLocks noGrp="1"/>
          </p:cNvSpPr>
          <p:nvPr>
            <p:ph type="title"/>
          </p:nvPr>
        </p:nvSpPr>
        <p:spPr>
          <a:xfrm>
            <a:off x="810000" y="447188"/>
            <a:ext cx="10571998" cy="970450"/>
          </a:xfrm>
          <a:effectLst/>
        </p:spPr>
        <p:txBody>
          <a:bodyPr>
            <a:normAutofit/>
          </a:bodyPr>
          <a:lstStyle/>
          <a:p>
            <a:r>
              <a:rPr lang="en-US" sz="4400">
                <a:latin typeface="Segoe UI Light" panose="020B0502040204020203" pitchFamily="34" charset="0"/>
                <a:cs typeface="Segoe UI Light" panose="020B0502040204020203" pitchFamily="34" charset="0"/>
              </a:rPr>
              <a:t>THU THẬP COMMENTS TRÊN FACEBOOK</a:t>
            </a:r>
            <a:endParaRPr lang="vi-VN" sz="4400">
              <a:latin typeface="Segoe UI Light" panose="020B0502040204020203" pitchFamily="34" charset="0"/>
              <a:cs typeface="Segoe UI Light" panose="020B0502040204020203" pitchFamily="34" charset="0"/>
            </a:endParaRPr>
          </a:p>
        </p:txBody>
      </p:sp>
      <p:sp>
        <p:nvSpPr>
          <p:cNvPr id="6" name="Hộp Văn bản 5">
            <a:extLst>
              <a:ext uri="{FF2B5EF4-FFF2-40B4-BE49-F238E27FC236}">
                <a16:creationId xmlns:a16="http://schemas.microsoft.com/office/drawing/2014/main" id="{98DBFD44-D54F-4683-880C-2D197CB0047D}"/>
              </a:ext>
            </a:extLst>
          </p:cNvPr>
          <p:cNvSpPr txBox="1"/>
          <p:nvPr/>
        </p:nvSpPr>
        <p:spPr>
          <a:xfrm>
            <a:off x="367221" y="3690996"/>
            <a:ext cx="2303836"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white"/>
                </a:solidFill>
                <a:effectLst/>
                <a:uLnTx/>
                <a:uFillTx/>
                <a:latin typeface="Candara" panose="020E0502030303020204" pitchFamily="34" charset="0"/>
                <a:ea typeface="+mn-ea"/>
                <a:cs typeface="+mn-cs"/>
              </a:rPr>
              <a:t>Đối với trang </a:t>
            </a:r>
            <a:br>
              <a:rPr kumimoji="0" lang="en-US" sz="2400" b="0" i="0" u="none" strike="noStrike" kern="1200" cap="none" spc="0" normalizeH="0" baseline="0" noProof="0">
                <a:ln>
                  <a:noFill/>
                </a:ln>
                <a:solidFill>
                  <a:prstClr val="white"/>
                </a:solidFill>
                <a:effectLst/>
                <a:uLnTx/>
                <a:uFillTx/>
                <a:latin typeface="Candara" panose="020E0502030303020204" pitchFamily="34" charset="0"/>
                <a:ea typeface="+mn-ea"/>
                <a:cs typeface="+mn-cs"/>
              </a:rPr>
            </a:br>
            <a:r>
              <a:rPr kumimoji="0" lang="en-US" sz="2400" b="0" i="0" u="none" strike="noStrike" kern="1200" cap="none" spc="0" normalizeH="0" baseline="0" noProof="0">
                <a:ln>
                  <a:noFill/>
                </a:ln>
                <a:solidFill>
                  <a:prstClr val="white"/>
                </a:solidFill>
                <a:effectLst/>
                <a:uLnTx/>
                <a:uFillTx/>
                <a:latin typeface="Candara" panose="020E0502030303020204" pitchFamily="34" charset="0"/>
                <a:ea typeface="+mn-ea"/>
                <a:cs typeface="+mn-cs"/>
              </a:rPr>
              <a:t>fanpage private</a:t>
            </a:r>
            <a:endParaRPr kumimoji="0" lang="vi-VN" sz="2400" b="0" i="0" u="none" strike="noStrike" kern="1200" cap="none" spc="0" normalizeH="0" baseline="0" noProof="0">
              <a:ln>
                <a:noFill/>
              </a:ln>
              <a:solidFill>
                <a:prstClr val="white"/>
              </a:solidFill>
              <a:effectLst/>
              <a:uLnTx/>
              <a:uFillTx/>
              <a:latin typeface="Candara" panose="020E0502030303020204" pitchFamily="34" charset="0"/>
              <a:ea typeface="+mn-ea"/>
              <a:cs typeface="+mn-cs"/>
            </a:endParaRPr>
          </a:p>
        </p:txBody>
      </p:sp>
      <p:pic>
        <p:nvPicPr>
          <p:cNvPr id="5" name="Hình ảnh 4" descr="Ảnh có chứa ảnh chụp màn hình&#10;&#10;Mô tả được tạo tự động">
            <a:extLst>
              <a:ext uri="{FF2B5EF4-FFF2-40B4-BE49-F238E27FC236}">
                <a16:creationId xmlns:a16="http://schemas.microsoft.com/office/drawing/2014/main" id="{F2B1786A-7E1A-4CB0-9FCA-85CC9E3E8FDF}"/>
              </a:ext>
            </a:extLst>
          </p:cNvPr>
          <p:cNvPicPr>
            <a:picLocks noChangeAspect="1"/>
          </p:cNvPicPr>
          <p:nvPr/>
        </p:nvPicPr>
        <p:blipFill rotWithShape="1">
          <a:blip r:embed="rId2">
            <a:extLst>
              <a:ext uri="{28A0092B-C50C-407E-A947-70E740481C1C}">
                <a14:useLocalDpi xmlns:a14="http://schemas.microsoft.com/office/drawing/2010/main" val="0"/>
              </a:ext>
            </a:extLst>
          </a:blip>
          <a:srcRect r="14736"/>
          <a:stretch/>
        </p:blipFill>
        <p:spPr>
          <a:xfrm>
            <a:off x="2807767" y="2043113"/>
            <a:ext cx="9247522" cy="4672012"/>
          </a:xfrm>
          <a:prstGeom prst="rect">
            <a:avLst/>
          </a:prstGeom>
        </p:spPr>
      </p:pic>
    </p:spTree>
    <p:extLst>
      <p:ext uri="{BB962C8B-B14F-4D97-AF65-F5344CB8AC3E}">
        <p14:creationId xmlns:p14="http://schemas.microsoft.com/office/powerpoint/2010/main" val="346470604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2" name="Rectangle 7">
            <a:extLst>
              <a:ext uri="{FF2B5EF4-FFF2-40B4-BE49-F238E27FC236}">
                <a16:creationId xmlns:a16="http://schemas.microsoft.com/office/drawing/2014/main" id="{4A0BDAB0-3EB0-4CD2-9B81-1EC0C79ADF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sp>
        <p:nvSpPr>
          <p:cNvPr id="13" name="Freeform 6">
            <a:extLst>
              <a:ext uri="{FF2B5EF4-FFF2-40B4-BE49-F238E27FC236}">
                <a16:creationId xmlns:a16="http://schemas.microsoft.com/office/drawing/2014/main" id="{CBFF659F-D040-4A67-B951-3D6D61BB1F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chemeClr val="accent4"/>
          </a:solidFill>
          <a:ln>
            <a:noFill/>
          </a:ln>
          <a:extLst>
            <a:ext uri="{91240B29-F687-4f45-9708-019B960494DF}">
              <a14:hiddenLine xmlns="" xmlns:a14="http://schemas.microsoft.com/office/drawing/2010/main" xmlns:p14="http://schemas.microsoft.com/office/powerpoint/2010/main" xmlns:a16="http://schemas.microsoft.com/office/drawing/2014/main"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êu đề 1">
            <a:extLst>
              <a:ext uri="{FF2B5EF4-FFF2-40B4-BE49-F238E27FC236}">
                <a16:creationId xmlns:a16="http://schemas.microsoft.com/office/drawing/2014/main" id="{8D44AF8F-2FFA-4F4B-AE13-1625147D0C3C}"/>
              </a:ext>
            </a:extLst>
          </p:cNvPr>
          <p:cNvSpPr>
            <a:spLocks noGrp="1"/>
          </p:cNvSpPr>
          <p:nvPr>
            <p:ph type="title"/>
          </p:nvPr>
        </p:nvSpPr>
        <p:spPr>
          <a:xfrm>
            <a:off x="810000" y="447188"/>
            <a:ext cx="10571998" cy="970450"/>
          </a:xfrm>
          <a:effectLst/>
        </p:spPr>
        <p:txBody>
          <a:bodyPr>
            <a:normAutofit/>
          </a:bodyPr>
          <a:lstStyle/>
          <a:p>
            <a:r>
              <a:rPr lang="en-US" sz="4400">
                <a:latin typeface="Segoe UI Light" panose="020B0502040204020203" pitchFamily="34" charset="0"/>
                <a:cs typeface="Segoe UI Light" panose="020B0502040204020203" pitchFamily="34" charset="0"/>
              </a:rPr>
              <a:t>THU THẬP COMMENTS TRÊN FACEBOOK</a:t>
            </a:r>
            <a:endParaRPr lang="vi-VN" sz="4400">
              <a:latin typeface="Segoe UI Light" panose="020B0502040204020203" pitchFamily="34" charset="0"/>
              <a:cs typeface="Segoe UI Light" panose="020B0502040204020203" pitchFamily="34" charset="0"/>
            </a:endParaRPr>
          </a:p>
        </p:txBody>
      </p:sp>
      <p:sp>
        <p:nvSpPr>
          <p:cNvPr id="6" name="Hộp Văn bản 5">
            <a:extLst>
              <a:ext uri="{FF2B5EF4-FFF2-40B4-BE49-F238E27FC236}">
                <a16:creationId xmlns:a16="http://schemas.microsoft.com/office/drawing/2014/main" id="{98DBFD44-D54F-4683-880C-2D197CB0047D}"/>
              </a:ext>
            </a:extLst>
          </p:cNvPr>
          <p:cNvSpPr txBox="1"/>
          <p:nvPr/>
        </p:nvSpPr>
        <p:spPr>
          <a:xfrm>
            <a:off x="367221" y="3690996"/>
            <a:ext cx="2303836"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prstClr val="white"/>
                </a:solidFill>
                <a:effectLst/>
                <a:uLnTx/>
                <a:uFillTx/>
                <a:latin typeface="Candara" panose="020E0502030303020204" pitchFamily="34" charset="0"/>
                <a:ea typeface="+mn-ea"/>
                <a:cs typeface="+mn-cs"/>
              </a:rPr>
              <a:t>Đối với trang </a:t>
            </a:r>
            <a:br>
              <a:rPr kumimoji="0" lang="en-US" sz="2400" b="0" i="0" u="none" strike="noStrike" kern="1200" cap="none" spc="0" normalizeH="0" baseline="0" noProof="0">
                <a:ln>
                  <a:noFill/>
                </a:ln>
                <a:solidFill>
                  <a:prstClr val="white"/>
                </a:solidFill>
                <a:effectLst/>
                <a:uLnTx/>
                <a:uFillTx/>
                <a:latin typeface="Candara" panose="020E0502030303020204" pitchFamily="34" charset="0"/>
                <a:ea typeface="+mn-ea"/>
                <a:cs typeface="+mn-cs"/>
              </a:rPr>
            </a:br>
            <a:r>
              <a:rPr kumimoji="0" lang="en-US" sz="2400" b="0" i="0" u="none" strike="noStrike" kern="1200" cap="none" spc="0" normalizeH="0" baseline="0" noProof="0">
                <a:ln>
                  <a:noFill/>
                </a:ln>
                <a:solidFill>
                  <a:prstClr val="white"/>
                </a:solidFill>
                <a:effectLst/>
                <a:uLnTx/>
                <a:uFillTx/>
                <a:latin typeface="Candara" panose="020E0502030303020204" pitchFamily="34" charset="0"/>
                <a:ea typeface="+mn-ea"/>
                <a:cs typeface="+mn-cs"/>
              </a:rPr>
              <a:t>fanpage private</a:t>
            </a:r>
            <a:endParaRPr kumimoji="0" lang="vi-VN" sz="2400" b="0" i="0" u="none" strike="noStrike" kern="1200" cap="none" spc="0" normalizeH="0" baseline="0" noProof="0">
              <a:ln>
                <a:noFill/>
              </a:ln>
              <a:solidFill>
                <a:prstClr val="white"/>
              </a:solidFill>
              <a:effectLst/>
              <a:uLnTx/>
              <a:uFillTx/>
              <a:latin typeface="Candara" panose="020E0502030303020204" pitchFamily="34" charset="0"/>
              <a:ea typeface="+mn-ea"/>
              <a:cs typeface="+mn-cs"/>
            </a:endParaRPr>
          </a:p>
        </p:txBody>
      </p:sp>
      <p:pic>
        <p:nvPicPr>
          <p:cNvPr id="4" name="Hình ảnh 3" descr="Ảnh có chứa màn hình, đang ngồi, bàn, TV&#10;&#10;Mô tả được tạo tự động">
            <a:extLst>
              <a:ext uri="{FF2B5EF4-FFF2-40B4-BE49-F238E27FC236}">
                <a16:creationId xmlns:a16="http://schemas.microsoft.com/office/drawing/2014/main" id="{2C12FA31-DD62-4C93-B35F-C754C53044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71057" y="2633176"/>
            <a:ext cx="9353117" cy="3529012"/>
          </a:xfrm>
          <a:prstGeom prst="rect">
            <a:avLst/>
          </a:prstGeom>
        </p:spPr>
      </p:pic>
    </p:spTree>
    <p:extLst>
      <p:ext uri="{BB962C8B-B14F-4D97-AF65-F5344CB8AC3E}">
        <p14:creationId xmlns:p14="http://schemas.microsoft.com/office/powerpoint/2010/main" val="427654575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61" name="Group 6">
            <a:extLst>
              <a:ext uri="{FF2B5EF4-FFF2-40B4-BE49-F238E27FC236}">
                <a16:creationId xmlns:a16="http://schemas.microsoft.com/office/drawing/2014/main" id="{E9D059B6-ADD8-488A-B346-63289E90D13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6100" y="-4763"/>
            <a:ext cx="5014912" cy="6862763"/>
            <a:chOff x="2928938" y="-4763"/>
            <a:chExt cx="5014912" cy="6862763"/>
          </a:xfrm>
        </p:grpSpPr>
        <p:sp>
          <p:nvSpPr>
            <p:cNvPr id="62" name="Freeform 6">
              <a:extLst>
                <a:ext uri="{FF2B5EF4-FFF2-40B4-BE49-F238E27FC236}">
                  <a16:creationId xmlns:a16="http://schemas.microsoft.com/office/drawing/2014/main" id="{F69B42B4-BC82-4495-A6F9-A28167B56A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9" name="Freeform 7">
              <a:extLst>
                <a:ext uri="{FF2B5EF4-FFF2-40B4-BE49-F238E27FC236}">
                  <a16:creationId xmlns:a16="http://schemas.microsoft.com/office/drawing/2014/main" id="{83CC168C-2AD4-4FFB-9F25-420ED6514C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63" name="Freeform 9">
              <a:extLst>
                <a:ext uri="{FF2B5EF4-FFF2-40B4-BE49-F238E27FC236}">
                  <a16:creationId xmlns:a16="http://schemas.microsoft.com/office/drawing/2014/main" id="{6C9F369A-6158-4AE8-BA04-138A9DFFAE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11" name="Freeform 10">
              <a:extLst>
                <a:ext uri="{FF2B5EF4-FFF2-40B4-BE49-F238E27FC236}">
                  <a16:creationId xmlns:a16="http://schemas.microsoft.com/office/drawing/2014/main" id="{FC7B1DF4-AD98-42A8-820F-667A3DCC40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12" name="Freeform 11">
              <a:extLst>
                <a:ext uri="{FF2B5EF4-FFF2-40B4-BE49-F238E27FC236}">
                  <a16:creationId xmlns:a16="http://schemas.microsoft.com/office/drawing/2014/main" id="{61C58B74-3656-4FD5-AC47-EE3A59EBB8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13" name="Freeform 12">
              <a:extLst>
                <a:ext uri="{FF2B5EF4-FFF2-40B4-BE49-F238E27FC236}">
                  <a16:creationId xmlns:a16="http://schemas.microsoft.com/office/drawing/2014/main" id="{8B349A01-D803-4A18-B608-47BFCED434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useBgFill="1">
        <p:nvSpPr>
          <p:cNvPr id="64" name="Rectangle 14">
            <a:extLst>
              <a:ext uri="{FF2B5EF4-FFF2-40B4-BE49-F238E27FC236}">
                <a16:creationId xmlns:a16="http://schemas.microsoft.com/office/drawing/2014/main" id="{E67A1FC6-22FB-4EA7-B90A-C9F18FBEF3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Shape 16">
            <a:extLst>
              <a:ext uri="{FF2B5EF4-FFF2-40B4-BE49-F238E27FC236}">
                <a16:creationId xmlns:a16="http://schemas.microsoft.com/office/drawing/2014/main" id="{6246FDC4-DD97-431A-914A-9EB57A4A3C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912130" cy="6858000"/>
          </a:xfrm>
          <a:custGeom>
            <a:avLst/>
            <a:gdLst>
              <a:gd name="connsiteX0" fmla="*/ 1073044 w 7912130"/>
              <a:gd name="connsiteY0" fmla="*/ 3032931 h 6858000"/>
              <a:gd name="connsiteX1" fmla="*/ 1073044 w 7912130"/>
              <a:gd name="connsiteY1" fmla="*/ 3035810 h 6858000"/>
              <a:gd name="connsiteX2" fmla="*/ 1076802 w 7912130"/>
              <a:gd name="connsiteY2" fmla="*/ 3035810 h 6858000"/>
              <a:gd name="connsiteX3" fmla="*/ 1170738 w 7912130"/>
              <a:gd name="connsiteY3" fmla="*/ 1248347 h 6858000"/>
              <a:gd name="connsiteX4" fmla="*/ 1170738 w 7912130"/>
              <a:gd name="connsiteY4" fmla="*/ 1273486 h 6858000"/>
              <a:gd name="connsiteX5" fmla="*/ 1183895 w 7912130"/>
              <a:gd name="connsiteY5" fmla="*/ 1248347 h 6858000"/>
              <a:gd name="connsiteX6" fmla="*/ 0 w 7912130"/>
              <a:gd name="connsiteY6" fmla="*/ 0 h 6858000"/>
              <a:gd name="connsiteX7" fmla="*/ 2133906 w 7912130"/>
              <a:gd name="connsiteY7" fmla="*/ 0 h 6858000"/>
              <a:gd name="connsiteX8" fmla="*/ 2629909 w 7912130"/>
              <a:gd name="connsiteY8" fmla="*/ 0 h 6858000"/>
              <a:gd name="connsiteX9" fmla="*/ 1227479 w 7912130"/>
              <a:gd name="connsiteY9" fmla="*/ 2669551 h 6858000"/>
              <a:gd name="connsiteX10" fmla="*/ 1235349 w 7912130"/>
              <a:gd name="connsiteY10" fmla="*/ 2673350 h 6858000"/>
              <a:gd name="connsiteX11" fmla="*/ 1353755 w 7912130"/>
              <a:gd name="connsiteY11" fmla="*/ 2754312 h 6858000"/>
              <a:gd name="connsiteX12" fmla="*/ 7912130 w 7912130"/>
              <a:gd name="connsiteY12" fmla="*/ 6858000 h 6858000"/>
              <a:gd name="connsiteX13" fmla="*/ 6066970 w 7912130"/>
              <a:gd name="connsiteY13" fmla="*/ 6858000 h 6858000"/>
              <a:gd name="connsiteX14" fmla="*/ 6059889 w 7912130"/>
              <a:gd name="connsiteY14" fmla="*/ 6852577 h 6858000"/>
              <a:gd name="connsiteX15" fmla="*/ 6059889 w 7912130"/>
              <a:gd name="connsiteY15" fmla="*/ 6857999 h 6858000"/>
              <a:gd name="connsiteX16" fmla="*/ 1707025 w 7912130"/>
              <a:gd name="connsiteY16" fmla="*/ 6857999 h 6858000"/>
              <a:gd name="connsiteX17" fmla="*/ 1707025 w 7912130"/>
              <a:gd name="connsiteY17" fmla="*/ 6858000 h 6858000"/>
              <a:gd name="connsiteX18" fmla="*/ 1073044 w 7912130"/>
              <a:gd name="connsiteY18" fmla="*/ 6858000 h 6858000"/>
              <a:gd name="connsiteX19" fmla="*/ 536592 w 7912130"/>
              <a:gd name="connsiteY19" fmla="*/ 6858000 h 6858000"/>
              <a:gd name="connsiteX20" fmla="*/ 0 w 7912130"/>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912130" h="6858000">
                <a:moveTo>
                  <a:pt x="1073044" y="3032931"/>
                </a:moveTo>
                <a:lnTo>
                  <a:pt x="1073044" y="3035810"/>
                </a:lnTo>
                <a:lnTo>
                  <a:pt x="1076802" y="3035810"/>
                </a:lnTo>
                <a:close/>
                <a:moveTo>
                  <a:pt x="1170738" y="1248347"/>
                </a:moveTo>
                <a:lnTo>
                  <a:pt x="1170738" y="1273486"/>
                </a:lnTo>
                <a:lnTo>
                  <a:pt x="1183895" y="1248347"/>
                </a:lnTo>
                <a:close/>
                <a:moveTo>
                  <a:pt x="0" y="0"/>
                </a:moveTo>
                <a:lnTo>
                  <a:pt x="2133906" y="0"/>
                </a:lnTo>
                <a:lnTo>
                  <a:pt x="2629909" y="0"/>
                </a:lnTo>
                <a:lnTo>
                  <a:pt x="1227479" y="2669551"/>
                </a:lnTo>
                <a:lnTo>
                  <a:pt x="1235349" y="2673350"/>
                </a:lnTo>
                <a:lnTo>
                  <a:pt x="1353755" y="2754312"/>
                </a:lnTo>
                <a:lnTo>
                  <a:pt x="7912130" y="6858000"/>
                </a:lnTo>
                <a:lnTo>
                  <a:pt x="6066970" y="6858000"/>
                </a:lnTo>
                <a:lnTo>
                  <a:pt x="6059889" y="6852577"/>
                </a:lnTo>
                <a:lnTo>
                  <a:pt x="6059889" y="6857999"/>
                </a:lnTo>
                <a:lnTo>
                  <a:pt x="1707025" y="6857999"/>
                </a:lnTo>
                <a:lnTo>
                  <a:pt x="1707025" y="6858000"/>
                </a:lnTo>
                <a:lnTo>
                  <a:pt x="1073044" y="6858000"/>
                </a:lnTo>
                <a:lnTo>
                  <a:pt x="536592" y="6858000"/>
                </a:lnTo>
                <a:lnTo>
                  <a:pt x="0" y="6858000"/>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6" name="Freeform: Shape 18">
            <a:extLst>
              <a:ext uri="{FF2B5EF4-FFF2-40B4-BE49-F238E27FC236}">
                <a16:creationId xmlns:a16="http://schemas.microsoft.com/office/drawing/2014/main" id="{CD4E68A2-74B0-42F5-BB75-2E1A7C2018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535917" cy="6858000"/>
          </a:xfrm>
          <a:custGeom>
            <a:avLst/>
            <a:gdLst>
              <a:gd name="connsiteX0" fmla="*/ 696831 w 7535917"/>
              <a:gd name="connsiteY0" fmla="*/ 3032931 h 6858000"/>
              <a:gd name="connsiteX1" fmla="*/ 696831 w 7535917"/>
              <a:gd name="connsiteY1" fmla="*/ 3035810 h 6858000"/>
              <a:gd name="connsiteX2" fmla="*/ 700589 w 7535917"/>
              <a:gd name="connsiteY2" fmla="*/ 3035810 h 6858000"/>
              <a:gd name="connsiteX3" fmla="*/ 794525 w 7535917"/>
              <a:gd name="connsiteY3" fmla="*/ 1248347 h 6858000"/>
              <a:gd name="connsiteX4" fmla="*/ 794525 w 7535917"/>
              <a:gd name="connsiteY4" fmla="*/ 1273486 h 6858000"/>
              <a:gd name="connsiteX5" fmla="*/ 807682 w 7535917"/>
              <a:gd name="connsiteY5" fmla="*/ 1248347 h 6858000"/>
              <a:gd name="connsiteX6" fmla="*/ 0 w 7535917"/>
              <a:gd name="connsiteY6" fmla="*/ 0 h 6858000"/>
              <a:gd name="connsiteX7" fmla="*/ 1757693 w 7535917"/>
              <a:gd name="connsiteY7" fmla="*/ 0 h 6858000"/>
              <a:gd name="connsiteX8" fmla="*/ 2253696 w 7535917"/>
              <a:gd name="connsiteY8" fmla="*/ 0 h 6858000"/>
              <a:gd name="connsiteX9" fmla="*/ 851266 w 7535917"/>
              <a:gd name="connsiteY9" fmla="*/ 2669551 h 6858000"/>
              <a:gd name="connsiteX10" fmla="*/ 859136 w 7535917"/>
              <a:gd name="connsiteY10" fmla="*/ 2673350 h 6858000"/>
              <a:gd name="connsiteX11" fmla="*/ 977542 w 7535917"/>
              <a:gd name="connsiteY11" fmla="*/ 2754312 h 6858000"/>
              <a:gd name="connsiteX12" fmla="*/ 7535917 w 7535917"/>
              <a:gd name="connsiteY12" fmla="*/ 6858000 h 6858000"/>
              <a:gd name="connsiteX13" fmla="*/ 5690757 w 7535917"/>
              <a:gd name="connsiteY13" fmla="*/ 6858000 h 6858000"/>
              <a:gd name="connsiteX14" fmla="*/ 5683676 w 7535917"/>
              <a:gd name="connsiteY14" fmla="*/ 6852577 h 6858000"/>
              <a:gd name="connsiteX15" fmla="*/ 5683676 w 7535917"/>
              <a:gd name="connsiteY15" fmla="*/ 6857999 h 6858000"/>
              <a:gd name="connsiteX16" fmla="*/ 1330812 w 7535917"/>
              <a:gd name="connsiteY16" fmla="*/ 6857999 h 6858000"/>
              <a:gd name="connsiteX17" fmla="*/ 1330812 w 7535917"/>
              <a:gd name="connsiteY17" fmla="*/ 6858000 h 6858000"/>
              <a:gd name="connsiteX18" fmla="*/ 696831 w 7535917"/>
              <a:gd name="connsiteY18" fmla="*/ 6858000 h 6858000"/>
              <a:gd name="connsiteX19" fmla="*/ 160379 w 7535917"/>
              <a:gd name="connsiteY19" fmla="*/ 6858000 h 6858000"/>
              <a:gd name="connsiteX20" fmla="*/ 0 w 7535917"/>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35917" h="6858000">
                <a:moveTo>
                  <a:pt x="696831" y="3032931"/>
                </a:moveTo>
                <a:lnTo>
                  <a:pt x="696831" y="3035810"/>
                </a:lnTo>
                <a:lnTo>
                  <a:pt x="700589" y="3035810"/>
                </a:lnTo>
                <a:close/>
                <a:moveTo>
                  <a:pt x="794525" y="1248347"/>
                </a:moveTo>
                <a:lnTo>
                  <a:pt x="794525" y="1273486"/>
                </a:lnTo>
                <a:lnTo>
                  <a:pt x="807682" y="1248347"/>
                </a:lnTo>
                <a:close/>
                <a:moveTo>
                  <a:pt x="0" y="0"/>
                </a:moveTo>
                <a:lnTo>
                  <a:pt x="1757693" y="0"/>
                </a:lnTo>
                <a:lnTo>
                  <a:pt x="2253696" y="0"/>
                </a:lnTo>
                <a:lnTo>
                  <a:pt x="851266" y="2669551"/>
                </a:lnTo>
                <a:lnTo>
                  <a:pt x="859136" y="2673350"/>
                </a:lnTo>
                <a:lnTo>
                  <a:pt x="977542" y="2754312"/>
                </a:lnTo>
                <a:lnTo>
                  <a:pt x="7535917" y="6858000"/>
                </a:lnTo>
                <a:lnTo>
                  <a:pt x="5690757" y="6858000"/>
                </a:lnTo>
                <a:lnTo>
                  <a:pt x="5683676" y="6852577"/>
                </a:lnTo>
                <a:lnTo>
                  <a:pt x="5683676" y="6857999"/>
                </a:lnTo>
                <a:lnTo>
                  <a:pt x="1330812" y="6857999"/>
                </a:lnTo>
                <a:lnTo>
                  <a:pt x="1330812" y="6858000"/>
                </a:lnTo>
                <a:lnTo>
                  <a:pt x="696831" y="6858000"/>
                </a:lnTo>
                <a:lnTo>
                  <a:pt x="160379"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êu đề 1">
            <a:extLst>
              <a:ext uri="{FF2B5EF4-FFF2-40B4-BE49-F238E27FC236}">
                <a16:creationId xmlns:a16="http://schemas.microsoft.com/office/drawing/2014/main" id="{12528FB1-50B5-4BA5-AEC1-6CD4D163D43B}"/>
              </a:ext>
            </a:extLst>
          </p:cNvPr>
          <p:cNvSpPr>
            <a:spLocks noGrp="1"/>
          </p:cNvSpPr>
          <p:nvPr>
            <p:ph type="title"/>
          </p:nvPr>
        </p:nvSpPr>
        <p:spPr>
          <a:xfrm>
            <a:off x="3767959" y="613029"/>
            <a:ext cx="7711025" cy="3084576"/>
          </a:xfrm>
        </p:spPr>
        <p:txBody>
          <a:bodyPr vert="horz" lIns="91440" tIns="45720" rIns="91440" bIns="45720" rtlCol="0" anchor="ctr">
            <a:normAutofit/>
          </a:bodyPr>
          <a:lstStyle/>
          <a:p>
            <a:r>
              <a:rPr lang="en-US" sz="6000">
                <a:latin typeface="Candara" panose="020E0502030303020204" pitchFamily="34" charset="0"/>
              </a:rPr>
              <a:t>CẢM </a:t>
            </a:r>
            <a:r>
              <a:rPr lang="vi-VN" sz="6000">
                <a:latin typeface="Candara" panose="020E0502030303020204" pitchFamily="34" charset="0"/>
              </a:rPr>
              <a:t>Ơ</a:t>
            </a:r>
            <a:r>
              <a:rPr lang="en-US" sz="6000">
                <a:latin typeface="Candara" panose="020E0502030303020204" pitchFamily="34" charset="0"/>
              </a:rPr>
              <a:t>N THẦY VÀ CÁC BẠN ĐÃ THEO DÕI </a:t>
            </a:r>
            <a:br>
              <a:rPr lang="en-US" sz="6000">
                <a:latin typeface="Candara" panose="020E0502030303020204" pitchFamily="34" charset="0"/>
              </a:rPr>
            </a:br>
            <a:r>
              <a:rPr lang="en-US" sz="6000">
                <a:latin typeface="Candara" panose="020E0502030303020204" pitchFamily="34" charset="0"/>
              </a:rPr>
              <a:t>PHẦN THUYẾT TRÌNH</a:t>
            </a:r>
          </a:p>
        </p:txBody>
      </p:sp>
    </p:spTree>
    <p:extLst>
      <p:ext uri="{BB962C8B-B14F-4D97-AF65-F5344CB8AC3E}">
        <p14:creationId xmlns:p14="http://schemas.microsoft.com/office/powerpoint/2010/main" val="3150561576"/>
      </p:ext>
    </p:extLst>
  </p:cSld>
  <p:clrMapOvr>
    <a:overrideClrMapping bg1="dk1" tx1="lt1" bg2="dk2" tx2="lt2" accent1="accent1" accent2="accent2" accent3="accent3" accent4="accent4" accent5="accent5" accent6="accent6" hlink="hlink" folHlink="folHlink"/>
  </p:clrMapOvr>
</p:sld>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_rels/theme4.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GradientVTI">
  <a:themeElements>
    <a:clrScheme name="Gradient">
      <a:dk1>
        <a:sysClr val="windowText" lastClr="000000"/>
      </a:dk1>
      <a:lt1>
        <a:sysClr val="window" lastClr="FFFFFF"/>
      </a:lt1>
      <a:dk2>
        <a:srgbClr val="10013F"/>
      </a:dk2>
      <a:lt2>
        <a:srgbClr val="F2F0FF"/>
      </a:lt2>
      <a:accent1>
        <a:srgbClr val="814DFF"/>
      </a:accent1>
      <a:accent2>
        <a:srgbClr val="243FFF"/>
      </a:accent2>
      <a:accent3>
        <a:srgbClr val="FF83B6"/>
      </a:accent3>
      <a:accent4>
        <a:srgbClr val="FF9022"/>
      </a:accent4>
      <a:accent5>
        <a:srgbClr val="FF1F85"/>
      </a:accent5>
      <a:accent6>
        <a:srgbClr val="1A98FF"/>
      </a:accent6>
      <a:hlink>
        <a:srgbClr val="0563C1"/>
      </a:hlink>
      <a:folHlink>
        <a:srgbClr val="954F72"/>
      </a:folHlink>
    </a:clrScheme>
    <a:fontScheme name="Univers">
      <a:majorFont>
        <a:latin typeface="Univers"/>
        <a:ea typeface=""/>
        <a:cs typeface=""/>
      </a:majorFont>
      <a:minorFont>
        <a:latin typeface="Univer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VTI" id="{605F9078-86F9-4258-A3E1-F8EFF02AE8CC}" vid="{4848699B-BB01-41E3-9EC4-3D97DFE5292B}"/>
    </a:ext>
  </a:extLst>
</a:theme>
</file>

<file path=ppt/theme/theme2.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3.xml><?xml version="1.0" encoding="utf-8"?>
<a:theme xmlns:a="http://schemas.openxmlformats.org/drawingml/2006/main" name="Quotable">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ppt/theme/theme4.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otalTime>36</TotalTime>
  <Words>624</Words>
  <Application>Microsoft Office PowerPoint</Application>
  <PresentationFormat>Màn hình rộng</PresentationFormat>
  <Paragraphs>71</Paragraphs>
  <Slides>17</Slides>
  <Notes>0</Notes>
  <HiddenSlides>0</HiddenSlides>
  <MMClips>0</MMClips>
  <ScaleCrop>false</ScaleCrop>
  <HeadingPairs>
    <vt:vector size="6" baseType="variant">
      <vt:variant>
        <vt:lpstr>Phông được Dùng</vt:lpstr>
      </vt:variant>
      <vt:variant>
        <vt:i4>14</vt:i4>
      </vt:variant>
      <vt:variant>
        <vt:lpstr>Chủ đề</vt:lpstr>
      </vt:variant>
      <vt:variant>
        <vt:i4>4</vt:i4>
      </vt:variant>
      <vt:variant>
        <vt:lpstr>Tiêu đề Bản chiếu</vt:lpstr>
      </vt:variant>
      <vt:variant>
        <vt:i4>17</vt:i4>
      </vt:variant>
    </vt:vector>
  </HeadingPairs>
  <TitlesOfParts>
    <vt:vector size="35" baseType="lpstr">
      <vt:lpstr>Arial</vt:lpstr>
      <vt:lpstr>Bahnschrift Light Condensed</vt:lpstr>
      <vt:lpstr>Baskerville Old Face</vt:lpstr>
      <vt:lpstr>Candara</vt:lpstr>
      <vt:lpstr>Century Gothic</vt:lpstr>
      <vt:lpstr>Corbel</vt:lpstr>
      <vt:lpstr>Segoe UI Light</vt:lpstr>
      <vt:lpstr>Segoe UI Semilight</vt:lpstr>
      <vt:lpstr>Sitka Heading</vt:lpstr>
      <vt:lpstr>Tahoma</vt:lpstr>
      <vt:lpstr>Univers</vt:lpstr>
      <vt:lpstr>Verdana</vt:lpstr>
      <vt:lpstr>Wingdings 2</vt:lpstr>
      <vt:lpstr>Wingdings 3</vt:lpstr>
      <vt:lpstr>GradientVTI</vt:lpstr>
      <vt:lpstr>Slice</vt:lpstr>
      <vt:lpstr>Quotable</vt:lpstr>
      <vt:lpstr>Parallax</vt:lpstr>
      <vt:lpstr>WEB CRAWLER SCRAPY </vt:lpstr>
      <vt:lpstr>NỘI DUNG </vt:lpstr>
      <vt:lpstr>WEB CRAWLER LÀ GÌ?</vt:lpstr>
      <vt:lpstr>WEB CRAWLER LÀ GÌ?</vt:lpstr>
      <vt:lpstr>GIỚI THIỆU VỀ SCRAPY</vt:lpstr>
      <vt:lpstr>GIỚI THIỆU VỀ SCRAPY</vt:lpstr>
      <vt:lpstr>GIỚI THIỆU VỀ SCRAPY</vt:lpstr>
      <vt:lpstr>GIỚI THIỆU VỀ SCRAPY</vt:lpstr>
      <vt:lpstr>GIỚI THIỆU VỀ SCRAPY</vt:lpstr>
      <vt:lpstr>GIỚI THIỆU VỀ SCRAPY</vt:lpstr>
      <vt:lpstr>GIỚI THIỆU VỀ SELENIUM</vt:lpstr>
      <vt:lpstr>GIỚI THIỆU VỀ SELENIUM</vt:lpstr>
      <vt:lpstr>THU THẬP COMMENTS TRÊN FACEBOOK</vt:lpstr>
      <vt:lpstr>THU THẬP COMMENTS TRÊN FACEBOOK</vt:lpstr>
      <vt:lpstr>THU THẬP COMMENTS TRÊN FACEBOOK</vt:lpstr>
      <vt:lpstr>THU THẬP COMMENTS TRÊN FACEBOOK</vt:lpstr>
      <vt:lpstr>CẢM ƠN THẦY VÀ CÁC BẠN ĐÃ THEO DÕI  PHẦN THUYẾT TRÌNH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CRAWLER SCRAPY</dc:title>
  <dc:creator>Anh Linh Vu</dc:creator>
  <cp:lastModifiedBy>Anh Linh Vu</cp:lastModifiedBy>
  <cp:revision>4</cp:revision>
  <dcterms:created xsi:type="dcterms:W3CDTF">2020-07-01T21:19:16Z</dcterms:created>
  <dcterms:modified xsi:type="dcterms:W3CDTF">2020-07-02T06:57:33Z</dcterms:modified>
</cp:coreProperties>
</file>